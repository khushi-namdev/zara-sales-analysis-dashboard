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C3C5A"/>
    <a:srgbClr val="F6CC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0A3C8F5-9EB4-43A3-B32B-88D2E66AF4ED}" v="51" dt="2026-09-16T17:25:53.46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60"/>
  </p:normalViewPr>
  <p:slideViewPr>
    <p:cSldViewPr snapToGrid="0">
      <p:cViewPr>
        <p:scale>
          <a:sx n="81" d="100"/>
          <a:sy n="81" d="100"/>
        </p:scale>
        <p:origin x="471" y="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hushi Namdev" userId="b04bbdf1716376fa" providerId="LiveId" clId="{F34E8C1C-81C6-4430-BB77-D05ECE5DE532}"/>
    <pc:docChg chg="undo redo custSel addSld delSld modSld">
      <pc:chgData name="Khushi Namdev" userId="b04bbdf1716376fa" providerId="LiveId" clId="{F34E8C1C-81C6-4430-BB77-D05ECE5DE532}" dt="2026-09-16T17:25:53.463" v="1475"/>
      <pc:docMkLst>
        <pc:docMk/>
      </pc:docMkLst>
      <pc:sldChg chg="addSp modSp mod">
        <pc:chgData name="Khushi Namdev" userId="b04bbdf1716376fa" providerId="LiveId" clId="{F34E8C1C-81C6-4430-BB77-D05ECE5DE532}" dt="2026-09-16T17:16:20.777" v="1447" actId="208"/>
        <pc:sldMkLst>
          <pc:docMk/>
          <pc:sldMk cId="2622119470" sldId="256"/>
        </pc:sldMkLst>
        <pc:spChg chg="mod">
          <ac:chgData name="Khushi Namdev" userId="b04bbdf1716376fa" providerId="LiveId" clId="{F34E8C1C-81C6-4430-BB77-D05ECE5DE532}" dt="2026-09-16T17:16:12.104" v="1445" actId="14100"/>
          <ac:spMkLst>
            <pc:docMk/>
            <pc:sldMk cId="2622119470" sldId="256"/>
            <ac:spMk id="9" creationId="{5DFD4427-9A83-B303-5382-96A7B2DB96EF}"/>
          </ac:spMkLst>
        </pc:spChg>
        <pc:spChg chg="add mod">
          <ac:chgData name="Khushi Namdev" userId="b04bbdf1716376fa" providerId="LiveId" clId="{F34E8C1C-81C6-4430-BB77-D05ECE5DE532}" dt="2026-09-16T17:16:20.777" v="1447" actId="208"/>
          <ac:spMkLst>
            <pc:docMk/>
            <pc:sldMk cId="2622119470" sldId="256"/>
            <ac:spMk id="26" creationId="{40F92239-EE7C-034A-7E1B-D5629BD5FC45}"/>
          </ac:spMkLst>
        </pc:spChg>
      </pc:sldChg>
      <pc:sldChg chg="modSp new del mod">
        <pc:chgData name="Khushi Namdev" userId="b04bbdf1716376fa" providerId="LiveId" clId="{F34E8C1C-81C6-4430-BB77-D05ECE5DE532}" dt="2026-09-15T20:45:43.852" v="24" actId="2696"/>
        <pc:sldMkLst>
          <pc:docMk/>
          <pc:sldMk cId="141451365" sldId="257"/>
        </pc:sldMkLst>
        <pc:spChg chg="mod">
          <ac:chgData name="Khushi Namdev" userId="b04bbdf1716376fa" providerId="LiveId" clId="{F34E8C1C-81C6-4430-BB77-D05ECE5DE532}" dt="2026-09-15T20:45:33.883" v="23" actId="20577"/>
          <ac:spMkLst>
            <pc:docMk/>
            <pc:sldMk cId="141451365" sldId="257"/>
            <ac:spMk id="2" creationId="{67E79055-E8D1-B631-1C7E-58318A519F25}"/>
          </ac:spMkLst>
        </pc:spChg>
      </pc:sldChg>
      <pc:sldChg chg="addSp modSp new mod">
        <pc:chgData name="Khushi Namdev" userId="b04bbdf1716376fa" providerId="LiveId" clId="{F34E8C1C-81C6-4430-BB77-D05ECE5DE532}" dt="2026-09-16T17:23:15.136" v="1464" actId="20577"/>
        <pc:sldMkLst>
          <pc:docMk/>
          <pc:sldMk cId="511505595" sldId="257"/>
        </pc:sldMkLst>
        <pc:spChg chg="add mod">
          <ac:chgData name="Khushi Namdev" userId="b04bbdf1716376fa" providerId="LiveId" clId="{F34E8C1C-81C6-4430-BB77-D05ECE5DE532}" dt="2026-09-15T21:02:01.128" v="141" actId="1076"/>
          <ac:spMkLst>
            <pc:docMk/>
            <pc:sldMk cId="511505595" sldId="257"/>
            <ac:spMk id="2" creationId="{0A98C7F4-1AC4-E169-1D2C-70291B00EF23}"/>
          </ac:spMkLst>
        </pc:spChg>
        <pc:spChg chg="add mod">
          <ac:chgData name="Khushi Namdev" userId="b04bbdf1716376fa" providerId="LiveId" clId="{F34E8C1C-81C6-4430-BB77-D05ECE5DE532}" dt="2026-09-15T21:02:26.129" v="144" actId="120"/>
          <ac:spMkLst>
            <pc:docMk/>
            <pc:sldMk cId="511505595" sldId="257"/>
            <ac:spMk id="3" creationId="{2BBE3907-1564-6B88-1A67-BBB60E60CD17}"/>
          </ac:spMkLst>
        </pc:spChg>
        <pc:spChg chg="add mod">
          <ac:chgData name="Khushi Namdev" userId="b04bbdf1716376fa" providerId="LiveId" clId="{F34E8C1C-81C6-4430-BB77-D05ECE5DE532}" dt="2026-09-15T20:51:12.844" v="81" actId="207"/>
          <ac:spMkLst>
            <pc:docMk/>
            <pc:sldMk cId="511505595" sldId="257"/>
            <ac:spMk id="4" creationId="{8A3CEC33-E4EC-41F9-BF50-81E591EF7465}"/>
          </ac:spMkLst>
        </pc:spChg>
        <pc:spChg chg="add mod">
          <ac:chgData name="Khushi Namdev" userId="b04bbdf1716376fa" providerId="LiveId" clId="{F34E8C1C-81C6-4430-BB77-D05ECE5DE532}" dt="2026-09-15T20:51:54.414" v="83" actId="1076"/>
          <ac:spMkLst>
            <pc:docMk/>
            <pc:sldMk cId="511505595" sldId="257"/>
            <ac:spMk id="6" creationId="{88429E34-6CEB-A255-2BFA-93E847BE5FBD}"/>
          </ac:spMkLst>
        </pc:spChg>
        <pc:spChg chg="add mod">
          <ac:chgData name="Khushi Namdev" userId="b04bbdf1716376fa" providerId="LiveId" clId="{F34E8C1C-81C6-4430-BB77-D05ECE5DE532}" dt="2026-09-15T21:06:44.911" v="172" actId="12"/>
          <ac:spMkLst>
            <pc:docMk/>
            <pc:sldMk cId="511505595" sldId="257"/>
            <ac:spMk id="7" creationId="{2D06B673-E869-CE3A-B4A4-59DF0724C795}"/>
          </ac:spMkLst>
        </pc:spChg>
        <pc:spChg chg="add mod">
          <ac:chgData name="Khushi Namdev" userId="b04bbdf1716376fa" providerId="LiveId" clId="{F34E8C1C-81C6-4430-BB77-D05ECE5DE532}" dt="2026-09-16T17:23:15.136" v="1464" actId="20577"/>
          <ac:spMkLst>
            <pc:docMk/>
            <pc:sldMk cId="511505595" sldId="257"/>
            <ac:spMk id="9" creationId="{FD0B06DD-33BD-0100-27A1-434DB41A0FCA}"/>
          </ac:spMkLst>
        </pc:spChg>
        <pc:spChg chg="add mod">
          <ac:chgData name="Khushi Namdev" userId="b04bbdf1716376fa" providerId="LiveId" clId="{F34E8C1C-81C6-4430-BB77-D05ECE5DE532}" dt="2026-09-15T21:09:44.823" v="216" actId="113"/>
          <ac:spMkLst>
            <pc:docMk/>
            <pc:sldMk cId="511505595" sldId="257"/>
            <ac:spMk id="10" creationId="{824F16A4-F645-F06A-8F65-98EA72978FA5}"/>
          </ac:spMkLst>
        </pc:spChg>
        <pc:spChg chg="add mod">
          <ac:chgData name="Khushi Namdev" userId="b04bbdf1716376fa" providerId="LiveId" clId="{F34E8C1C-81C6-4430-BB77-D05ECE5DE532}" dt="2026-09-15T21:08:39.489" v="214" actId="20577"/>
          <ac:spMkLst>
            <pc:docMk/>
            <pc:sldMk cId="511505595" sldId="257"/>
            <ac:spMk id="12" creationId="{2BDB25D5-5567-D9DF-03E7-39B239E564F5}"/>
          </ac:spMkLst>
        </pc:spChg>
      </pc:sldChg>
      <pc:sldChg chg="addSp modSp new mod">
        <pc:chgData name="Khushi Namdev" userId="b04bbdf1716376fa" providerId="LiveId" clId="{F34E8C1C-81C6-4430-BB77-D05ECE5DE532}" dt="2026-09-15T21:20:08.757" v="319" actId="1076"/>
        <pc:sldMkLst>
          <pc:docMk/>
          <pc:sldMk cId="303599953" sldId="258"/>
        </pc:sldMkLst>
        <pc:spChg chg="add mod">
          <ac:chgData name="Khushi Namdev" userId="b04bbdf1716376fa" providerId="LiveId" clId="{F34E8C1C-81C6-4430-BB77-D05ECE5DE532}" dt="2026-09-15T21:13:09.015" v="224" actId="208"/>
          <ac:spMkLst>
            <pc:docMk/>
            <pc:sldMk cId="303599953" sldId="258"/>
            <ac:spMk id="2" creationId="{DE00C6B8-B389-FCE6-8866-15A1A8DD7BD8}"/>
          </ac:spMkLst>
        </pc:spChg>
        <pc:spChg chg="add mod">
          <ac:chgData name="Khushi Namdev" userId="b04bbdf1716376fa" providerId="LiveId" clId="{F34E8C1C-81C6-4430-BB77-D05ECE5DE532}" dt="2026-09-15T21:16:00.909" v="275" actId="115"/>
          <ac:spMkLst>
            <pc:docMk/>
            <pc:sldMk cId="303599953" sldId="258"/>
            <ac:spMk id="3" creationId="{6A61F60D-0572-CC6A-5D53-10945ACD026F}"/>
          </ac:spMkLst>
        </pc:spChg>
        <pc:spChg chg="add mod">
          <ac:chgData name="Khushi Namdev" userId="b04bbdf1716376fa" providerId="LiveId" clId="{F34E8C1C-81C6-4430-BB77-D05ECE5DE532}" dt="2026-09-15T21:19:34.118" v="317" actId="113"/>
          <ac:spMkLst>
            <pc:docMk/>
            <pc:sldMk cId="303599953" sldId="258"/>
            <ac:spMk id="4" creationId="{3FC4D809-F5F7-2DFA-B0D8-C9ACEFFF217C}"/>
          </ac:spMkLst>
        </pc:spChg>
        <pc:spChg chg="add mod">
          <ac:chgData name="Khushi Namdev" userId="b04bbdf1716376fa" providerId="LiveId" clId="{F34E8C1C-81C6-4430-BB77-D05ECE5DE532}" dt="2026-09-15T21:20:08.757" v="319" actId="1076"/>
          <ac:spMkLst>
            <pc:docMk/>
            <pc:sldMk cId="303599953" sldId="258"/>
            <ac:spMk id="6" creationId="{92301850-0A17-4BB6-99A9-06635CA853A1}"/>
          </ac:spMkLst>
        </pc:spChg>
      </pc:sldChg>
      <pc:sldChg chg="new del">
        <pc:chgData name="Khushi Namdev" userId="b04bbdf1716376fa" providerId="LiveId" clId="{F34E8C1C-81C6-4430-BB77-D05ECE5DE532}" dt="2026-09-15T21:22:23.759" v="323" actId="2696"/>
        <pc:sldMkLst>
          <pc:docMk/>
          <pc:sldMk cId="194578532" sldId="259"/>
        </pc:sldMkLst>
      </pc:sldChg>
      <pc:sldChg chg="addSp delSp modSp new mod">
        <pc:chgData name="Khushi Namdev" userId="b04bbdf1716376fa" providerId="LiveId" clId="{F34E8C1C-81C6-4430-BB77-D05ECE5DE532}" dt="2026-09-15T21:54:32.579" v="499" actId="1076"/>
        <pc:sldMkLst>
          <pc:docMk/>
          <pc:sldMk cId="1463520353" sldId="259"/>
        </pc:sldMkLst>
        <pc:spChg chg="add mod">
          <ac:chgData name="Khushi Namdev" userId="b04bbdf1716376fa" providerId="LiveId" clId="{F34E8C1C-81C6-4430-BB77-D05ECE5DE532}" dt="2026-09-15T21:32:19.714" v="365" actId="207"/>
          <ac:spMkLst>
            <pc:docMk/>
            <pc:sldMk cId="1463520353" sldId="259"/>
            <ac:spMk id="2" creationId="{6408CE88-23F9-0B9F-D641-A8BA7C663CF0}"/>
          </ac:spMkLst>
        </pc:spChg>
        <pc:spChg chg="add del">
          <ac:chgData name="Khushi Namdev" userId="b04bbdf1716376fa" providerId="LiveId" clId="{F34E8C1C-81C6-4430-BB77-D05ECE5DE532}" dt="2026-09-15T21:28:20.194" v="329" actId="21"/>
          <ac:spMkLst>
            <pc:docMk/>
            <pc:sldMk cId="1463520353" sldId="259"/>
            <ac:spMk id="3" creationId="{7DAAA43C-B3F1-1CE9-58BF-98B60CFDC4BF}"/>
          </ac:spMkLst>
        </pc:spChg>
        <pc:spChg chg="add del mod">
          <ac:chgData name="Khushi Namdev" userId="b04bbdf1716376fa" providerId="LiveId" clId="{F34E8C1C-81C6-4430-BB77-D05ECE5DE532}" dt="2026-09-15T21:30:11.595" v="343" actId="21"/>
          <ac:spMkLst>
            <pc:docMk/>
            <pc:sldMk cId="1463520353" sldId="259"/>
            <ac:spMk id="4" creationId="{EF29E169-4A87-3046-AA92-B5512F75C7F2}"/>
          </ac:spMkLst>
        </pc:spChg>
        <pc:spChg chg="add del mod">
          <ac:chgData name="Khushi Namdev" userId="b04bbdf1716376fa" providerId="LiveId" clId="{F34E8C1C-81C6-4430-BB77-D05ECE5DE532}" dt="2026-09-15T21:30:09.699" v="342" actId="21"/>
          <ac:spMkLst>
            <pc:docMk/>
            <pc:sldMk cId="1463520353" sldId="259"/>
            <ac:spMk id="6" creationId="{7E5BCE98-5721-6A12-731E-09C28534357E}"/>
          </ac:spMkLst>
        </pc:spChg>
        <pc:spChg chg="add del mod">
          <ac:chgData name="Khushi Namdev" userId="b04bbdf1716376fa" providerId="LiveId" clId="{F34E8C1C-81C6-4430-BB77-D05ECE5DE532}" dt="2026-09-15T21:30:13.563" v="344" actId="21"/>
          <ac:spMkLst>
            <pc:docMk/>
            <pc:sldMk cId="1463520353" sldId="259"/>
            <ac:spMk id="8" creationId="{3ED76824-2994-50BA-4309-DD1743A959F6}"/>
          </ac:spMkLst>
        </pc:spChg>
        <pc:spChg chg="add mod">
          <ac:chgData name="Khushi Namdev" userId="b04bbdf1716376fa" providerId="LiveId" clId="{F34E8C1C-81C6-4430-BB77-D05ECE5DE532}" dt="2026-09-15T21:34:36.481" v="394" actId="255"/>
          <ac:spMkLst>
            <pc:docMk/>
            <pc:sldMk cId="1463520353" sldId="259"/>
            <ac:spMk id="10" creationId="{3522801A-93D0-E08F-398F-F4FB4DDFE5D4}"/>
          </ac:spMkLst>
        </pc:spChg>
        <pc:graphicFrameChg chg="add del mod modGraphic">
          <ac:chgData name="Khushi Namdev" userId="b04bbdf1716376fa" providerId="LiveId" clId="{F34E8C1C-81C6-4430-BB77-D05ECE5DE532}" dt="2026-09-15T21:54:32.579" v="499" actId="1076"/>
          <ac:graphicFrameMkLst>
            <pc:docMk/>
            <pc:sldMk cId="1463520353" sldId="259"/>
            <ac:graphicFrameMk id="9" creationId="{BF02A0CB-8D9D-616F-2577-346521AE9B47}"/>
          </ac:graphicFrameMkLst>
        </pc:graphicFrameChg>
      </pc:sldChg>
      <pc:sldChg chg="addSp delSp modSp new mod">
        <pc:chgData name="Khushi Namdev" userId="b04bbdf1716376fa" providerId="LiveId" clId="{F34E8C1C-81C6-4430-BB77-D05ECE5DE532}" dt="2026-09-16T16:06:35.498" v="792" actId="1076"/>
        <pc:sldMkLst>
          <pc:docMk/>
          <pc:sldMk cId="4128158849" sldId="260"/>
        </pc:sldMkLst>
        <pc:spChg chg="add mod">
          <ac:chgData name="Khushi Namdev" userId="b04bbdf1716376fa" providerId="LiveId" clId="{F34E8C1C-81C6-4430-BB77-D05ECE5DE532}" dt="2026-09-16T15:29:17.736" v="556" actId="1076"/>
          <ac:spMkLst>
            <pc:docMk/>
            <pc:sldMk cId="4128158849" sldId="260"/>
            <ac:spMk id="2" creationId="{C6D0CA57-2451-72E5-4371-860143083BEB}"/>
          </ac:spMkLst>
        </pc:spChg>
        <pc:spChg chg="add del mod">
          <ac:chgData name="Khushi Namdev" userId="b04bbdf1716376fa" providerId="LiveId" clId="{F34E8C1C-81C6-4430-BB77-D05ECE5DE532}" dt="2026-09-16T15:30:10.611" v="561"/>
          <ac:spMkLst>
            <pc:docMk/>
            <pc:sldMk cId="4128158849" sldId="260"/>
            <ac:spMk id="3" creationId="{F10661CA-763A-6FFF-6E27-11B75081D0D2}"/>
          </ac:spMkLst>
        </pc:spChg>
        <pc:spChg chg="add mod">
          <ac:chgData name="Khushi Namdev" userId="b04bbdf1716376fa" providerId="LiveId" clId="{F34E8C1C-81C6-4430-BB77-D05ECE5DE532}" dt="2026-09-16T15:30:07.474" v="559" actId="208"/>
          <ac:spMkLst>
            <pc:docMk/>
            <pc:sldMk cId="4128158849" sldId="260"/>
            <ac:spMk id="4" creationId="{8B23A148-274B-6AA4-5287-FADA7FE6BE22}"/>
          </ac:spMkLst>
        </pc:spChg>
        <pc:spChg chg="add mod">
          <ac:chgData name="Khushi Namdev" userId="b04bbdf1716376fa" providerId="LiveId" clId="{F34E8C1C-81C6-4430-BB77-D05ECE5DE532}" dt="2026-09-16T15:30:38.166" v="564" actId="208"/>
          <ac:spMkLst>
            <pc:docMk/>
            <pc:sldMk cId="4128158849" sldId="260"/>
            <ac:spMk id="5" creationId="{1CC402EB-F50B-89C7-68E2-7544220B94A7}"/>
          </ac:spMkLst>
        </pc:spChg>
        <pc:spChg chg="add mod">
          <ac:chgData name="Khushi Namdev" userId="b04bbdf1716376fa" providerId="LiveId" clId="{F34E8C1C-81C6-4430-BB77-D05ECE5DE532}" dt="2026-09-16T15:49:08.521" v="706" actId="12"/>
          <ac:spMkLst>
            <pc:docMk/>
            <pc:sldMk cId="4128158849" sldId="260"/>
            <ac:spMk id="7" creationId="{6BE36E73-578E-1C29-EFA9-8A2ED7C0346A}"/>
          </ac:spMkLst>
        </pc:spChg>
        <pc:spChg chg="add del">
          <ac:chgData name="Khushi Namdev" userId="b04bbdf1716376fa" providerId="LiveId" clId="{F34E8C1C-81C6-4430-BB77-D05ECE5DE532}" dt="2026-09-16T15:37:19.603" v="627" actId="21"/>
          <ac:spMkLst>
            <pc:docMk/>
            <pc:sldMk cId="4128158849" sldId="260"/>
            <ac:spMk id="8" creationId="{15A51436-2C45-1E71-3EC8-DCE07DB24836}"/>
          </ac:spMkLst>
        </pc:spChg>
        <pc:spChg chg="add mod">
          <ac:chgData name="Khushi Namdev" userId="b04bbdf1716376fa" providerId="LiveId" clId="{F34E8C1C-81C6-4430-BB77-D05ECE5DE532}" dt="2026-09-16T16:06:30.355" v="791" actId="1076"/>
          <ac:spMkLst>
            <pc:docMk/>
            <pc:sldMk cId="4128158849" sldId="260"/>
            <ac:spMk id="10" creationId="{72EBEF37-E452-6AC3-1659-18335773500F}"/>
          </ac:spMkLst>
        </pc:spChg>
        <pc:spChg chg="add mod">
          <ac:chgData name="Khushi Namdev" userId="b04bbdf1716376fa" providerId="LiveId" clId="{F34E8C1C-81C6-4430-BB77-D05ECE5DE532}" dt="2026-09-16T16:06:35.498" v="792" actId="1076"/>
          <ac:spMkLst>
            <pc:docMk/>
            <pc:sldMk cId="4128158849" sldId="260"/>
            <ac:spMk id="12" creationId="{EDFE9D73-36B3-4590-B24D-6A220C949CBF}"/>
          </ac:spMkLst>
        </pc:spChg>
        <pc:graphicFrameChg chg="add mod modGraphic">
          <ac:chgData name="Khushi Namdev" userId="b04bbdf1716376fa" providerId="LiveId" clId="{F34E8C1C-81C6-4430-BB77-D05ECE5DE532}" dt="2026-09-16T15:32:49.501" v="585"/>
          <ac:graphicFrameMkLst>
            <pc:docMk/>
            <pc:sldMk cId="4128158849" sldId="260"/>
            <ac:graphicFrameMk id="6" creationId="{8A0272A8-5680-C008-9FC2-1477041B8A5B}"/>
          </ac:graphicFrameMkLst>
        </pc:graphicFrameChg>
      </pc:sldChg>
      <pc:sldChg chg="addSp delSp modSp new mod">
        <pc:chgData name="Khushi Namdev" userId="b04bbdf1716376fa" providerId="LiveId" clId="{F34E8C1C-81C6-4430-BB77-D05ECE5DE532}" dt="2026-09-16T17:22:01.001" v="1456" actId="20577"/>
        <pc:sldMkLst>
          <pc:docMk/>
          <pc:sldMk cId="3321400502" sldId="261"/>
        </pc:sldMkLst>
        <pc:spChg chg="add mod">
          <ac:chgData name="Khushi Namdev" userId="b04bbdf1716376fa" providerId="LiveId" clId="{F34E8C1C-81C6-4430-BB77-D05ECE5DE532}" dt="2026-09-16T15:42:59.491" v="636" actId="208"/>
          <ac:spMkLst>
            <pc:docMk/>
            <pc:sldMk cId="3321400502" sldId="261"/>
            <ac:spMk id="2" creationId="{19091C51-3526-1BAC-6F56-083B12FD3E53}"/>
          </ac:spMkLst>
        </pc:spChg>
        <pc:spChg chg="add del">
          <ac:chgData name="Khushi Namdev" userId="b04bbdf1716376fa" providerId="LiveId" clId="{F34E8C1C-81C6-4430-BB77-D05ECE5DE532}" dt="2026-09-16T15:43:13.056" v="638" actId="21"/>
          <ac:spMkLst>
            <pc:docMk/>
            <pc:sldMk cId="3321400502" sldId="261"/>
            <ac:spMk id="3" creationId="{F61FC2FC-4197-3B74-A210-ED3241F624E2}"/>
          </ac:spMkLst>
        </pc:spChg>
        <pc:spChg chg="add mod">
          <ac:chgData name="Khushi Namdev" userId="b04bbdf1716376fa" providerId="LiveId" clId="{F34E8C1C-81C6-4430-BB77-D05ECE5DE532}" dt="2026-09-16T15:43:22.848" v="640" actId="1076"/>
          <ac:spMkLst>
            <pc:docMk/>
            <pc:sldMk cId="3321400502" sldId="261"/>
            <ac:spMk id="5" creationId="{24A82C0B-3626-E473-01F4-70805B2FE0E0}"/>
          </ac:spMkLst>
        </pc:spChg>
        <pc:spChg chg="add mod">
          <ac:chgData name="Khushi Namdev" userId="b04bbdf1716376fa" providerId="LiveId" clId="{F34E8C1C-81C6-4430-BB77-D05ECE5DE532}" dt="2026-09-16T15:43:53.361" v="644" actId="208"/>
          <ac:spMkLst>
            <pc:docMk/>
            <pc:sldMk cId="3321400502" sldId="261"/>
            <ac:spMk id="6" creationId="{8DB9B142-D505-53CE-6549-275AA97D0F4C}"/>
          </ac:spMkLst>
        </pc:spChg>
        <pc:spChg chg="add mod">
          <ac:chgData name="Khushi Namdev" userId="b04bbdf1716376fa" providerId="LiveId" clId="{F34E8C1C-81C6-4430-BB77-D05ECE5DE532}" dt="2026-09-16T15:45:04.584" v="663" actId="207"/>
          <ac:spMkLst>
            <pc:docMk/>
            <pc:sldMk cId="3321400502" sldId="261"/>
            <ac:spMk id="7" creationId="{10F005B8-D6D3-70B8-9258-2CD3E96737C0}"/>
          </ac:spMkLst>
        </pc:spChg>
        <pc:spChg chg="add mod">
          <ac:chgData name="Khushi Namdev" userId="b04bbdf1716376fa" providerId="LiveId" clId="{F34E8C1C-81C6-4430-BB77-D05ECE5DE532}" dt="2026-09-16T17:22:01.001" v="1456" actId="20577"/>
          <ac:spMkLst>
            <pc:docMk/>
            <pc:sldMk cId="3321400502" sldId="261"/>
            <ac:spMk id="8" creationId="{4128A8ED-1434-CF45-04DA-10C95F7C23F5}"/>
          </ac:spMkLst>
        </pc:spChg>
      </pc:sldChg>
      <pc:sldChg chg="addSp delSp modSp new mod">
        <pc:chgData name="Khushi Namdev" userId="b04bbdf1716376fa" providerId="LiveId" clId="{F34E8C1C-81C6-4430-BB77-D05ECE5DE532}" dt="2026-09-16T16:48:19.751" v="1233" actId="1076"/>
        <pc:sldMkLst>
          <pc:docMk/>
          <pc:sldMk cId="2684668435" sldId="262"/>
        </pc:sldMkLst>
        <pc:spChg chg="add mod">
          <ac:chgData name="Khushi Namdev" userId="b04bbdf1716376fa" providerId="LiveId" clId="{F34E8C1C-81C6-4430-BB77-D05ECE5DE532}" dt="2026-09-16T16:05:49.269" v="789" actId="113"/>
          <ac:spMkLst>
            <pc:docMk/>
            <pc:sldMk cId="2684668435" sldId="262"/>
            <ac:spMk id="6" creationId="{976FC7C5-1AC0-7B31-D1C7-E2ED6B059267}"/>
          </ac:spMkLst>
        </pc:spChg>
        <pc:spChg chg="add del mod">
          <ac:chgData name="Khushi Namdev" userId="b04bbdf1716376fa" providerId="LiveId" clId="{F34E8C1C-81C6-4430-BB77-D05ECE5DE532}" dt="2026-09-16T16:03:20.568" v="757" actId="11529"/>
          <ac:spMkLst>
            <pc:docMk/>
            <pc:sldMk cId="2684668435" sldId="262"/>
            <ac:spMk id="7" creationId="{9B867F75-A2B2-19CC-3019-3B63891A15AA}"/>
          </ac:spMkLst>
        </pc:spChg>
        <pc:picChg chg="add mod">
          <ac:chgData name="Khushi Namdev" userId="b04bbdf1716376fa" providerId="LiveId" clId="{F34E8C1C-81C6-4430-BB77-D05ECE5DE532}" dt="2026-09-16T16:03:43.917" v="775" actId="1076"/>
          <ac:picMkLst>
            <pc:docMk/>
            <pc:sldMk cId="2684668435" sldId="262"/>
            <ac:picMk id="3" creationId="{E585A4AA-F665-5A11-490E-1FEB9B004851}"/>
          </ac:picMkLst>
        </pc:picChg>
        <pc:picChg chg="add del mod">
          <ac:chgData name="Khushi Namdev" userId="b04bbdf1716376fa" providerId="LiveId" clId="{F34E8C1C-81C6-4430-BB77-D05ECE5DE532}" dt="2026-09-16T16:47:27.670" v="1226" actId="21"/>
          <ac:picMkLst>
            <pc:docMk/>
            <pc:sldMk cId="2684668435" sldId="262"/>
            <ac:picMk id="5" creationId="{5C23A2BF-908E-D58A-9883-226B208A0815}"/>
          </ac:picMkLst>
        </pc:picChg>
        <pc:picChg chg="add mod">
          <ac:chgData name="Khushi Namdev" userId="b04bbdf1716376fa" providerId="LiveId" clId="{F34E8C1C-81C6-4430-BB77-D05ECE5DE532}" dt="2026-09-16T16:48:19.751" v="1233" actId="1076"/>
          <ac:picMkLst>
            <pc:docMk/>
            <pc:sldMk cId="2684668435" sldId="262"/>
            <ac:picMk id="9" creationId="{C3CDDFAC-5006-AA9F-3206-08111996ACED}"/>
          </ac:picMkLst>
        </pc:picChg>
      </pc:sldChg>
      <pc:sldChg chg="addSp delSp modSp new mod">
        <pc:chgData name="Khushi Namdev" userId="b04bbdf1716376fa" providerId="LiveId" clId="{F34E8C1C-81C6-4430-BB77-D05ECE5DE532}" dt="2026-09-16T17:23:44.656" v="1471" actId="20577"/>
        <pc:sldMkLst>
          <pc:docMk/>
          <pc:sldMk cId="2180157907" sldId="263"/>
        </pc:sldMkLst>
        <pc:spChg chg="add mod">
          <ac:chgData name="Khushi Namdev" userId="b04bbdf1716376fa" providerId="LiveId" clId="{F34E8C1C-81C6-4430-BB77-D05ECE5DE532}" dt="2026-09-16T16:10:44.906" v="807" actId="208"/>
          <ac:spMkLst>
            <pc:docMk/>
            <pc:sldMk cId="2180157907" sldId="263"/>
            <ac:spMk id="4" creationId="{7599FED0-2110-3E83-5A8E-5308A652A816}"/>
          </ac:spMkLst>
        </pc:spChg>
        <pc:spChg chg="add mod">
          <ac:chgData name="Khushi Namdev" userId="b04bbdf1716376fa" providerId="LiveId" clId="{F34E8C1C-81C6-4430-BB77-D05ECE5DE532}" dt="2026-09-16T17:23:44.656" v="1471" actId="20577"/>
          <ac:spMkLst>
            <pc:docMk/>
            <pc:sldMk cId="2180157907" sldId="263"/>
            <ac:spMk id="5" creationId="{443855F9-EE6B-62FF-E83D-985ACA74B045}"/>
          </ac:spMkLst>
        </pc:spChg>
        <pc:spChg chg="add mod">
          <ac:chgData name="Khushi Namdev" userId="b04bbdf1716376fa" providerId="LiveId" clId="{F34E8C1C-81C6-4430-BB77-D05ECE5DE532}" dt="2026-09-16T17:22:35.324" v="1460" actId="20577"/>
          <ac:spMkLst>
            <pc:docMk/>
            <pc:sldMk cId="2180157907" sldId="263"/>
            <ac:spMk id="6" creationId="{0A320A91-7919-ED60-1BDC-9CF4739F69BA}"/>
          </ac:spMkLst>
        </pc:spChg>
        <pc:picChg chg="add mod">
          <ac:chgData name="Khushi Namdev" userId="b04bbdf1716376fa" providerId="LiveId" clId="{F34E8C1C-81C6-4430-BB77-D05ECE5DE532}" dt="2026-09-16T16:24:43.787" v="1025" actId="1076"/>
          <ac:picMkLst>
            <pc:docMk/>
            <pc:sldMk cId="2180157907" sldId="263"/>
            <ac:picMk id="3" creationId="{C2D83553-9B01-E315-7F7B-3CBBD8471F11}"/>
          </ac:picMkLst>
        </pc:picChg>
        <pc:picChg chg="add del">
          <ac:chgData name="Khushi Namdev" userId="b04bbdf1716376fa" providerId="LiveId" clId="{F34E8C1C-81C6-4430-BB77-D05ECE5DE532}" dt="2026-09-16T16:13:12.159" v="859" actId="21"/>
          <ac:picMkLst>
            <pc:docMk/>
            <pc:sldMk cId="2180157907" sldId="263"/>
            <ac:picMk id="8" creationId="{2645A0AF-618B-8D8D-14E7-0F5D2C3E433D}"/>
          </ac:picMkLst>
        </pc:picChg>
      </pc:sldChg>
      <pc:sldChg chg="addSp delSp modSp new mod">
        <pc:chgData name="Khushi Namdev" userId="b04bbdf1716376fa" providerId="LiveId" clId="{F34E8C1C-81C6-4430-BB77-D05ECE5DE532}" dt="2026-09-16T16:25:38.521" v="1029" actId="1076"/>
        <pc:sldMkLst>
          <pc:docMk/>
          <pc:sldMk cId="379727498" sldId="264"/>
        </pc:sldMkLst>
        <pc:spChg chg="add">
          <ac:chgData name="Khushi Namdev" userId="b04bbdf1716376fa" providerId="LiveId" clId="{F34E8C1C-81C6-4430-BB77-D05ECE5DE532}" dt="2026-09-16T16:20:24.385" v="901" actId="22"/>
          <ac:spMkLst>
            <pc:docMk/>
            <pc:sldMk cId="379727498" sldId="264"/>
            <ac:spMk id="3" creationId="{AC1E80FF-6266-3B56-3CF0-1DEF4BF54E35}"/>
          </ac:spMkLst>
        </pc:spChg>
        <pc:spChg chg="add mod">
          <ac:chgData name="Khushi Namdev" userId="b04bbdf1716376fa" providerId="LiveId" clId="{F34E8C1C-81C6-4430-BB77-D05ECE5DE532}" dt="2026-09-16T16:21:19.100" v="971" actId="122"/>
          <ac:spMkLst>
            <pc:docMk/>
            <pc:sldMk cId="379727498" sldId="264"/>
            <ac:spMk id="5" creationId="{0A23C12B-6418-0CEE-2197-2AED5966820B}"/>
          </ac:spMkLst>
        </pc:spChg>
        <pc:spChg chg="add del mod">
          <ac:chgData name="Khushi Namdev" userId="b04bbdf1716376fa" providerId="LiveId" clId="{F34E8C1C-81C6-4430-BB77-D05ECE5DE532}" dt="2026-09-16T16:20:39.622" v="905" actId="21"/>
          <ac:spMkLst>
            <pc:docMk/>
            <pc:sldMk cId="379727498" sldId="264"/>
            <ac:spMk id="7" creationId="{5D751942-BF27-E860-64B4-CE4E17989E09}"/>
          </ac:spMkLst>
        </pc:spChg>
        <pc:spChg chg="add mod">
          <ac:chgData name="Khushi Namdev" userId="b04bbdf1716376fa" providerId="LiveId" clId="{F34E8C1C-81C6-4430-BB77-D05ECE5DE532}" dt="2026-09-16T16:25:27.569" v="1027" actId="1076"/>
          <ac:spMkLst>
            <pc:docMk/>
            <pc:sldMk cId="379727498" sldId="264"/>
            <ac:spMk id="10" creationId="{08E8D820-5B28-2665-AAFD-A7ACD5BC3EAD}"/>
          </ac:spMkLst>
        </pc:spChg>
        <pc:picChg chg="add mod">
          <ac:chgData name="Khushi Namdev" userId="b04bbdf1716376fa" providerId="LiveId" clId="{F34E8C1C-81C6-4430-BB77-D05ECE5DE532}" dt="2026-09-16T16:25:38.521" v="1029" actId="1076"/>
          <ac:picMkLst>
            <pc:docMk/>
            <pc:sldMk cId="379727498" sldId="264"/>
            <ac:picMk id="9" creationId="{39B84189-9F9C-606D-BC3D-069AF7E5647D}"/>
          </ac:picMkLst>
        </pc:picChg>
      </pc:sldChg>
      <pc:sldChg chg="addSp delSp modSp new mod">
        <pc:chgData name="Khushi Namdev" userId="b04bbdf1716376fa" providerId="LiveId" clId="{F34E8C1C-81C6-4430-BB77-D05ECE5DE532}" dt="2026-09-16T16:56:20.070" v="1255" actId="113"/>
        <pc:sldMkLst>
          <pc:docMk/>
          <pc:sldMk cId="3287121455" sldId="265"/>
        </pc:sldMkLst>
        <pc:spChg chg="add">
          <ac:chgData name="Khushi Namdev" userId="b04bbdf1716376fa" providerId="LiveId" clId="{F34E8C1C-81C6-4430-BB77-D05ECE5DE532}" dt="2026-09-16T16:25:57.587" v="1031" actId="22"/>
          <ac:spMkLst>
            <pc:docMk/>
            <pc:sldMk cId="3287121455" sldId="265"/>
            <ac:spMk id="3" creationId="{96A41147-32B6-1DCD-65BE-3E785546F256}"/>
          </ac:spMkLst>
        </pc:spChg>
        <pc:spChg chg="add mod">
          <ac:chgData name="Khushi Namdev" userId="b04bbdf1716376fa" providerId="LiveId" clId="{F34E8C1C-81C6-4430-BB77-D05ECE5DE532}" dt="2026-09-16T16:46:10.438" v="1224" actId="20577"/>
          <ac:spMkLst>
            <pc:docMk/>
            <pc:sldMk cId="3287121455" sldId="265"/>
            <ac:spMk id="5" creationId="{45EE015C-320E-7F2E-B129-7885B9C96FFE}"/>
          </ac:spMkLst>
        </pc:spChg>
        <pc:spChg chg="add mod">
          <ac:chgData name="Khushi Namdev" userId="b04bbdf1716376fa" providerId="LiveId" clId="{F34E8C1C-81C6-4430-BB77-D05ECE5DE532}" dt="2026-09-16T16:56:20.070" v="1255" actId="113"/>
          <ac:spMkLst>
            <pc:docMk/>
            <pc:sldMk cId="3287121455" sldId="265"/>
            <ac:spMk id="8" creationId="{32C54767-0781-EE22-0FD0-A29A57AD352D}"/>
          </ac:spMkLst>
        </pc:spChg>
        <pc:picChg chg="add del mod">
          <ac:chgData name="Khushi Namdev" userId="b04bbdf1716376fa" providerId="LiveId" clId="{F34E8C1C-81C6-4430-BB77-D05ECE5DE532}" dt="2026-09-16T16:45:08.204" v="1188" actId="21"/>
          <ac:picMkLst>
            <pc:docMk/>
            <pc:sldMk cId="3287121455" sldId="265"/>
            <ac:picMk id="7" creationId="{16C14492-A05D-3D3A-4E83-D591D27B45B2}"/>
          </ac:picMkLst>
        </pc:picChg>
        <pc:picChg chg="add mod">
          <ac:chgData name="Khushi Namdev" userId="b04bbdf1716376fa" providerId="LiveId" clId="{F34E8C1C-81C6-4430-BB77-D05ECE5DE532}" dt="2026-09-16T16:45:46.875" v="1199" actId="14100"/>
          <ac:picMkLst>
            <pc:docMk/>
            <pc:sldMk cId="3287121455" sldId="265"/>
            <ac:picMk id="10" creationId="{6BB34867-287F-DD32-2713-64DA0DE4F681}"/>
          </ac:picMkLst>
        </pc:picChg>
      </pc:sldChg>
      <pc:sldChg chg="addSp delSp modSp new mod">
        <pc:chgData name="Khushi Namdev" userId="b04bbdf1716376fa" providerId="LiveId" clId="{F34E8C1C-81C6-4430-BB77-D05ECE5DE532}" dt="2026-09-16T16:39:04.364" v="1187"/>
        <pc:sldMkLst>
          <pc:docMk/>
          <pc:sldMk cId="4264607343" sldId="266"/>
        </pc:sldMkLst>
        <pc:spChg chg="add">
          <ac:chgData name="Khushi Namdev" userId="b04bbdf1716376fa" providerId="LiveId" clId="{F34E8C1C-81C6-4430-BB77-D05ECE5DE532}" dt="2026-09-16T16:33:48.613" v="1096" actId="22"/>
          <ac:spMkLst>
            <pc:docMk/>
            <pc:sldMk cId="4264607343" sldId="266"/>
            <ac:spMk id="3" creationId="{6647CF07-9F6F-F453-E4A9-9C2062E81F1C}"/>
          </ac:spMkLst>
        </pc:spChg>
        <pc:spChg chg="add del">
          <ac:chgData name="Khushi Namdev" userId="b04bbdf1716376fa" providerId="LiveId" clId="{F34E8C1C-81C6-4430-BB77-D05ECE5DE532}" dt="2026-09-16T16:34:00.369" v="1098" actId="21"/>
          <ac:spMkLst>
            <pc:docMk/>
            <pc:sldMk cId="4264607343" sldId="266"/>
            <ac:spMk id="5" creationId="{D1794229-2237-6460-D0F7-84F51E92F486}"/>
          </ac:spMkLst>
        </pc:spChg>
        <pc:spChg chg="add mod">
          <ac:chgData name="Khushi Namdev" userId="b04bbdf1716376fa" providerId="LiveId" clId="{F34E8C1C-81C6-4430-BB77-D05ECE5DE532}" dt="2026-09-16T16:39:04.364" v="1187"/>
          <ac:spMkLst>
            <pc:docMk/>
            <pc:sldMk cId="4264607343" sldId="266"/>
            <ac:spMk id="7" creationId="{3A432DC2-ED10-099D-0CB0-ECDD06837A13}"/>
          </ac:spMkLst>
        </pc:spChg>
        <pc:spChg chg="add mod">
          <ac:chgData name="Khushi Namdev" userId="b04bbdf1716376fa" providerId="LiveId" clId="{F34E8C1C-81C6-4430-BB77-D05ECE5DE532}" dt="2026-09-16T16:38:03.649" v="1147" actId="1076"/>
          <ac:spMkLst>
            <pc:docMk/>
            <pc:sldMk cId="4264607343" sldId="266"/>
            <ac:spMk id="10" creationId="{FBD72B20-CEC3-F574-35CE-B27F38388A50}"/>
          </ac:spMkLst>
        </pc:spChg>
        <pc:picChg chg="add mod">
          <ac:chgData name="Khushi Namdev" userId="b04bbdf1716376fa" providerId="LiveId" clId="{F34E8C1C-81C6-4430-BB77-D05ECE5DE532}" dt="2026-09-16T16:35:59.022" v="1117" actId="1076"/>
          <ac:picMkLst>
            <pc:docMk/>
            <pc:sldMk cId="4264607343" sldId="266"/>
            <ac:picMk id="9" creationId="{8FE0F963-4FB6-F34C-E2E4-D1EDBFD728BF}"/>
          </ac:picMkLst>
        </pc:picChg>
      </pc:sldChg>
      <pc:sldChg chg="addSp delSp modSp new mod">
        <pc:chgData name="Khushi Namdev" userId="b04bbdf1716376fa" providerId="LiveId" clId="{F34E8C1C-81C6-4430-BB77-D05ECE5DE532}" dt="2026-09-16T17:25:53.463" v="1475"/>
        <pc:sldMkLst>
          <pc:docMk/>
          <pc:sldMk cId="1274869985" sldId="267"/>
        </pc:sldMkLst>
        <pc:spChg chg="add del">
          <ac:chgData name="Khushi Namdev" userId="b04bbdf1716376fa" providerId="LiveId" clId="{F34E8C1C-81C6-4430-BB77-D05ECE5DE532}" dt="2026-09-16T17:00:22.510" v="1265" actId="21"/>
          <ac:spMkLst>
            <pc:docMk/>
            <pc:sldMk cId="1274869985" sldId="267"/>
            <ac:spMk id="2" creationId="{5D38FE9E-66ED-B1DD-0F7C-2EC1D90CA472}"/>
          </ac:spMkLst>
        </pc:spChg>
        <pc:spChg chg="add mod">
          <ac:chgData name="Khushi Namdev" userId="b04bbdf1716376fa" providerId="LiveId" clId="{F34E8C1C-81C6-4430-BB77-D05ECE5DE532}" dt="2026-09-16T17:00:43.769" v="1268" actId="2085"/>
          <ac:spMkLst>
            <pc:docMk/>
            <pc:sldMk cId="1274869985" sldId="267"/>
            <ac:spMk id="3" creationId="{F57803A3-9693-3CDB-4C3B-41EB892B1E78}"/>
          </ac:spMkLst>
        </pc:spChg>
        <pc:spChg chg="add mod">
          <ac:chgData name="Khushi Namdev" userId="b04bbdf1716376fa" providerId="LiveId" clId="{F34E8C1C-81C6-4430-BB77-D05ECE5DE532}" dt="2026-09-16T17:03:35.797" v="1310" actId="208"/>
          <ac:spMkLst>
            <pc:docMk/>
            <pc:sldMk cId="1274869985" sldId="267"/>
            <ac:spMk id="4" creationId="{933877EB-D13D-228F-D39F-0E5909A51570}"/>
          </ac:spMkLst>
        </pc:spChg>
        <pc:spChg chg="add mod">
          <ac:chgData name="Khushi Namdev" userId="b04bbdf1716376fa" providerId="LiveId" clId="{F34E8C1C-81C6-4430-BB77-D05ECE5DE532}" dt="2026-09-16T17:02:42.269" v="1306" actId="13926"/>
          <ac:spMkLst>
            <pc:docMk/>
            <pc:sldMk cId="1274869985" sldId="267"/>
            <ac:spMk id="5" creationId="{CC311511-7FCB-0AFD-116E-B825ED95F091}"/>
          </ac:spMkLst>
        </pc:spChg>
        <pc:spChg chg="add mod">
          <ac:chgData name="Khushi Namdev" userId="b04bbdf1716376fa" providerId="LiveId" clId="{F34E8C1C-81C6-4430-BB77-D05ECE5DE532}" dt="2026-09-16T17:25:53.463" v="1475"/>
          <ac:spMkLst>
            <pc:docMk/>
            <pc:sldMk cId="1274869985" sldId="267"/>
            <ac:spMk id="6" creationId="{8108452C-B2C1-860F-7779-9AE26B0C3EEB}"/>
          </ac:spMkLst>
        </pc:spChg>
      </pc:sldChg>
      <pc:sldChg chg="addSp delSp modSp new mod">
        <pc:chgData name="Khushi Namdev" userId="b04bbdf1716376fa" providerId="LiveId" clId="{F34E8C1C-81C6-4430-BB77-D05ECE5DE532}" dt="2026-09-16T17:11:16.248" v="1413" actId="1076"/>
        <pc:sldMkLst>
          <pc:docMk/>
          <pc:sldMk cId="1773208606" sldId="268"/>
        </pc:sldMkLst>
        <pc:spChg chg="add del mod">
          <ac:chgData name="Khushi Namdev" userId="b04bbdf1716376fa" providerId="LiveId" clId="{F34E8C1C-81C6-4430-BB77-D05ECE5DE532}" dt="2026-09-16T17:08:33.366" v="1359" actId="21"/>
          <ac:spMkLst>
            <pc:docMk/>
            <pc:sldMk cId="1773208606" sldId="268"/>
            <ac:spMk id="2" creationId="{9B671708-4E76-03E3-D208-F6BC55D0D225}"/>
          </ac:spMkLst>
        </pc:spChg>
        <pc:spChg chg="add mod">
          <ac:chgData name="Khushi Namdev" userId="b04bbdf1716376fa" providerId="LiveId" clId="{F34E8C1C-81C6-4430-BB77-D05ECE5DE532}" dt="2026-09-16T17:07:18.190" v="1348" actId="1076"/>
          <ac:spMkLst>
            <pc:docMk/>
            <pc:sldMk cId="1773208606" sldId="268"/>
            <ac:spMk id="4" creationId="{C448ACED-1503-E6F1-8428-B27830697A53}"/>
          </ac:spMkLst>
        </pc:spChg>
        <pc:spChg chg="add mod">
          <ac:chgData name="Khushi Namdev" userId="b04bbdf1716376fa" providerId="LiveId" clId="{F34E8C1C-81C6-4430-BB77-D05ECE5DE532}" dt="2026-09-16T17:07:42.241" v="1352" actId="208"/>
          <ac:spMkLst>
            <pc:docMk/>
            <pc:sldMk cId="1773208606" sldId="268"/>
            <ac:spMk id="5" creationId="{7D930967-3318-6230-16DA-915895CF538A}"/>
          </ac:spMkLst>
        </pc:spChg>
        <pc:spChg chg="add mod">
          <ac:chgData name="Khushi Namdev" userId="b04bbdf1716376fa" providerId="LiveId" clId="{F34E8C1C-81C6-4430-BB77-D05ECE5DE532}" dt="2026-09-16T17:07:51.114" v="1354" actId="1076"/>
          <ac:spMkLst>
            <pc:docMk/>
            <pc:sldMk cId="1773208606" sldId="268"/>
            <ac:spMk id="7" creationId="{4840934D-7C08-31F7-229A-FCEFE0F0D04D}"/>
          </ac:spMkLst>
        </pc:spChg>
        <pc:spChg chg="add mod">
          <ac:chgData name="Khushi Namdev" userId="b04bbdf1716376fa" providerId="LiveId" clId="{F34E8C1C-81C6-4430-BB77-D05ECE5DE532}" dt="2026-09-16T17:09:05.099" v="1379" actId="255"/>
          <ac:spMkLst>
            <pc:docMk/>
            <pc:sldMk cId="1773208606" sldId="268"/>
            <ac:spMk id="8" creationId="{324A3A75-9A39-1963-BF42-44A8F6B2D9DC}"/>
          </ac:spMkLst>
        </pc:spChg>
        <pc:spChg chg="add mod">
          <ac:chgData name="Khushi Namdev" userId="b04bbdf1716376fa" providerId="LiveId" clId="{F34E8C1C-81C6-4430-BB77-D05ECE5DE532}" dt="2026-09-16T17:11:16.248" v="1413" actId="1076"/>
          <ac:spMkLst>
            <pc:docMk/>
            <pc:sldMk cId="1773208606" sldId="268"/>
            <ac:spMk id="9" creationId="{C260BCFF-1D2B-8280-666E-6D7DA3D9B057}"/>
          </ac:spMkLst>
        </pc:spChg>
      </pc:sldChg>
      <pc:sldChg chg="addSp modSp new mod">
        <pc:chgData name="Khushi Namdev" userId="b04bbdf1716376fa" providerId="LiveId" clId="{F34E8C1C-81C6-4430-BB77-D05ECE5DE532}" dt="2026-09-16T17:15:30.253" v="1444" actId="1076"/>
        <pc:sldMkLst>
          <pc:docMk/>
          <pc:sldMk cId="800248467" sldId="269"/>
        </pc:sldMkLst>
        <pc:spChg chg="add mod">
          <ac:chgData name="Khushi Namdev" userId="b04bbdf1716376fa" providerId="LiveId" clId="{F34E8C1C-81C6-4430-BB77-D05ECE5DE532}" dt="2026-09-16T17:13:43.223" v="1418" actId="208"/>
          <ac:spMkLst>
            <pc:docMk/>
            <pc:sldMk cId="800248467" sldId="269"/>
            <ac:spMk id="2" creationId="{A25A5B5E-98E4-D091-4E46-1E774A94335D}"/>
          </ac:spMkLst>
        </pc:spChg>
        <pc:spChg chg="add mod">
          <ac:chgData name="Khushi Namdev" userId="b04bbdf1716376fa" providerId="LiveId" clId="{F34E8C1C-81C6-4430-BB77-D05ECE5DE532}" dt="2026-09-16T17:14:09.325" v="1423" actId="1076"/>
          <ac:spMkLst>
            <pc:docMk/>
            <pc:sldMk cId="800248467" sldId="269"/>
            <ac:spMk id="3" creationId="{A1E3BC41-AB5F-15D5-E232-B3F9DFE1DDAD}"/>
          </ac:spMkLst>
        </pc:spChg>
        <pc:spChg chg="add mod">
          <ac:chgData name="Khushi Namdev" userId="b04bbdf1716376fa" providerId="LiveId" clId="{F34E8C1C-81C6-4430-BB77-D05ECE5DE532}" dt="2026-09-16T17:15:30.253" v="1444" actId="1076"/>
          <ac:spMkLst>
            <pc:docMk/>
            <pc:sldMk cId="800248467" sldId="269"/>
            <ac:spMk id="4" creationId="{3CF3AE15-5158-5BC9-0FEF-3C7AA159AB1B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1A9850-09D9-04F7-E406-8C1AD8037A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474F121-7CE5-5A0F-E0F7-521B133BE3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94ABEF-1EC4-AF34-7A2E-D0D6596BC1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C09283-47CE-48B7-9645-33562E60D5C6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E01B32-7E5F-50D5-818B-A9BF930E64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8669ED-8EA8-4FE0-8276-83A6A287CA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B3E0A-A6F0-4F29-91C2-E1A93890BD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97665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DA8041-E34C-7287-6AC1-1D0DFD7D99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8D32D2-216A-3D12-7D56-59C0E9BA4A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39A29E-0455-3157-24B9-2E51EDA44F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C09283-47CE-48B7-9645-33562E60D5C6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A05B78-911F-6A89-984D-BF81F43F1E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62A38A-C74C-9FB4-EB13-73C322C20E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B3E0A-A6F0-4F29-91C2-E1A93890BD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59432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2BF1E0-651B-2E73-DE3B-F62B1B0012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519ECD-90F6-3A9E-BABF-18218A4E93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4FCC67-0246-2871-F6E3-768C8E3849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C09283-47CE-48B7-9645-33562E60D5C6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B8B8D0-238B-2A64-EFB1-88A18827C1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14A7AB-6D1F-2142-2BC3-24B718684D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B3E0A-A6F0-4F29-91C2-E1A93890BD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92638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BE2F9D-58A9-03F2-0F53-D160C8D198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6E67E3-AB04-86C7-3092-EB0BB01E9E1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A2421F-1436-47D4-4529-D59848EE30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A62B3B-0C76-3ACB-5239-BFB31C6CAC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C09283-47CE-48B7-9645-33562E60D5C6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9FF72D-8A0B-4693-D0AC-9A6E314968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108C50-F1DF-46AB-A70F-C87B16E918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B3E0A-A6F0-4F29-91C2-E1A93890BD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13352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56865B-4689-648B-8FEC-B72F80C0ED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07333C-C552-0521-7813-D6FE54011C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F6BADE0-3D68-6E45-0BCF-4389482051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91FC2A4-1497-4408-33FA-CD3A4A2BA6B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4E7F064-ABE8-9E55-3228-17878444448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5219746-AAFD-D2BF-F54B-3B16458362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C09283-47CE-48B7-9645-33562E60D5C6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DBFBB5A-6473-E9DD-D6F9-4992BEEDAD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1019555-102B-7B4B-DBF0-81142CEEDE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B3E0A-A6F0-4F29-91C2-E1A93890BD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26772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16487-97E3-C1CC-6BD5-77D7D78448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D38ECAE-25D4-4BF3-5FBF-0C8206346C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C09283-47CE-48B7-9645-33562E60D5C6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E8EE96B-928B-45D5-0FF3-460CAC4403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E73A22-C237-C156-4008-C26E78304A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B3E0A-A6F0-4F29-91C2-E1A93890BD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73019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500D24A-53D6-781A-D13E-C4B5F1EE52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C09283-47CE-48B7-9645-33562E60D5C6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952AF24-0FAC-AB34-445C-D90110189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D91E71-3CA8-621B-AA45-9BA4886008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B3E0A-A6F0-4F29-91C2-E1A93890BD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09669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58EB89-7DA9-5E8D-7722-5276BD5DB2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DC6C39-BCB3-57D0-8AE9-C724F5A654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13FDD4C-6575-9F14-8010-DF42CEA7BD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247984-FCEE-50DB-0920-74E0DF3B71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C09283-47CE-48B7-9645-33562E60D5C6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0F5A90-EB3F-6884-C5B2-F79C7904F5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03B7F6-8CAC-A8F2-0AAE-4A8AED4D4F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B3E0A-A6F0-4F29-91C2-E1A93890BD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37799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8158AB-1026-6D15-C08D-D11EF9A343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F8A0B97-164E-66F5-3519-BAA5C49B7B7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F941F3-6B62-4686-9CE1-ACA60FEE28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73CC4C-184B-3842-FF27-7C93972FD9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C09283-47CE-48B7-9645-33562E60D5C6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837161-F81E-07AD-EA9C-7737E68343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D15C98-4654-53D0-1158-FDB07CCD51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B3E0A-A6F0-4F29-91C2-E1A93890BD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77552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8298E-8EB3-65E4-BC30-9E474ED8FA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DB6047-CC3B-8106-95F9-C82FCBAF43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8C4695-7115-C226-E3C7-85312422DA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C09283-47CE-48B7-9645-33562E60D5C6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826789-27BB-01B0-14CF-030BBFDB5A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065CF5-A8C5-7DF5-9395-060D9B42A2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B3E0A-A6F0-4F29-91C2-E1A93890BD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57218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635EC4C-F48F-679A-F073-62C2C2D3DAA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9DA2708-9B4D-3298-2419-BEA3A9CDA9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FFEAA3-D100-1DAB-8F36-D5467CFA0C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C09283-47CE-48B7-9645-33562E60D5C6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80F110-7358-5455-9821-44D9216D7B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34C858-F206-AD38-88E0-A05F275A17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B3E0A-A6F0-4F29-91C2-E1A93890BD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35836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B09E376-45C9-D317-7451-92EFF8C50B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87EA09-3752-05BF-A14A-21434AAA78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913E7D-7109-EC1C-D3F2-27DA50910EE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C09283-47CE-48B7-9645-33562E60D5C6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778F5-8360-96D3-3EC2-A096867ACE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D70257-7D6C-BF7E-CE4F-2A1F72A738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0EB3E0A-A6F0-4F29-91C2-E1A93890BD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90507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DFD4427-9A83-B303-5382-96A7B2DB96EF}"/>
              </a:ext>
            </a:extLst>
          </p:cNvPr>
          <p:cNvSpPr/>
          <p:nvPr/>
        </p:nvSpPr>
        <p:spPr>
          <a:xfrm>
            <a:off x="9086491" y="0"/>
            <a:ext cx="4399434" cy="6858000"/>
          </a:xfrm>
          <a:prstGeom prst="rect">
            <a:avLst/>
          </a:prstGeom>
          <a:solidFill>
            <a:schemeClr val="accent5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CC5A9F6-7C87-7D50-517C-95FD309E6DE4}"/>
              </a:ext>
            </a:extLst>
          </p:cNvPr>
          <p:cNvSpPr/>
          <p:nvPr/>
        </p:nvSpPr>
        <p:spPr>
          <a:xfrm>
            <a:off x="-1576549" y="-478498"/>
            <a:ext cx="6415483" cy="3907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6600" dirty="0">
                <a:solidFill>
                  <a:schemeClr val="tx1"/>
                </a:solidFill>
                <a:latin typeface="Bookman Old Style" panose="02050604050505020204" pitchFamily="18" charset="0"/>
              </a:rPr>
              <a:t>ZARA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58B714D-1B77-3CA5-4600-39EA078D68A5}"/>
              </a:ext>
            </a:extLst>
          </p:cNvPr>
          <p:cNvSpPr/>
          <p:nvPr/>
        </p:nvSpPr>
        <p:spPr>
          <a:xfrm>
            <a:off x="-1294926" y="1659835"/>
            <a:ext cx="8331472" cy="8008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>
                <a:solidFill>
                  <a:schemeClr val="accent5">
                    <a:lumMod val="40000"/>
                    <a:lumOff val="60000"/>
                  </a:schemeClr>
                </a:solidFill>
                <a:latin typeface="Bookman Old Style" panose="02050604050505020204" pitchFamily="18" charset="0"/>
              </a:rPr>
              <a:t>SALES ANALYSIS DASHBOARD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9E8C381-878F-88E4-E6D6-2E14F8E7A982}"/>
              </a:ext>
            </a:extLst>
          </p:cNvPr>
          <p:cNvSpPr/>
          <p:nvPr/>
        </p:nvSpPr>
        <p:spPr>
          <a:xfrm>
            <a:off x="499797" y="2852531"/>
            <a:ext cx="6520070" cy="93711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400" dirty="0">
                <a:ln>
                  <a:solidFill>
                    <a:schemeClr val="bg1"/>
                  </a:solidFill>
                </a:ln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Sales Performance &amp; Product </a:t>
            </a:r>
          </a:p>
          <a:p>
            <a:r>
              <a:rPr lang="en-IN" sz="2400" dirty="0">
                <a:ln>
                  <a:solidFill>
                    <a:schemeClr val="bg1"/>
                  </a:solidFill>
                </a:ln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Placement Analysis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D47E9DC-99DD-88DD-3BDE-6BECA5535E8A}"/>
              </a:ext>
            </a:extLst>
          </p:cNvPr>
          <p:cNvSpPr/>
          <p:nvPr/>
        </p:nvSpPr>
        <p:spPr>
          <a:xfrm>
            <a:off x="499797" y="4334880"/>
            <a:ext cx="5895324" cy="172656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dirty="0">
                <a:solidFill>
                  <a:schemeClr val="tx1"/>
                </a:solidFill>
              </a:rPr>
              <a:t>Presented By: Khushi Namdev</a:t>
            </a:r>
          </a:p>
          <a:p>
            <a:r>
              <a:rPr lang="en-IN" dirty="0">
                <a:solidFill>
                  <a:schemeClr val="tx1"/>
                </a:solidFill>
              </a:rPr>
              <a:t>September 2026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0F92239-EE7C-034A-7E1B-D5629BD5FC45}"/>
              </a:ext>
            </a:extLst>
          </p:cNvPr>
          <p:cNvSpPr/>
          <p:nvPr/>
        </p:nvSpPr>
        <p:spPr>
          <a:xfrm>
            <a:off x="9086491" y="0"/>
            <a:ext cx="5512081" cy="660242"/>
          </a:xfrm>
          <a:prstGeom prst="rect">
            <a:avLst/>
          </a:prstGeom>
          <a:solidFill>
            <a:srgbClr val="5C3C5A"/>
          </a:solidFill>
          <a:ln>
            <a:solidFill>
              <a:srgbClr val="5C3C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rgbClr val="F6CCF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221194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A98C7F4-1AC4-E169-1D2C-70291B00EF23}"/>
              </a:ext>
            </a:extLst>
          </p:cNvPr>
          <p:cNvSpPr/>
          <p:nvPr/>
        </p:nvSpPr>
        <p:spPr>
          <a:xfrm>
            <a:off x="0" y="-17039"/>
            <a:ext cx="12192000" cy="111886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accent5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BBE3907-1564-6B88-1A67-BBB60E60CD17}"/>
              </a:ext>
            </a:extLst>
          </p:cNvPr>
          <p:cNvSpPr/>
          <p:nvPr/>
        </p:nvSpPr>
        <p:spPr>
          <a:xfrm>
            <a:off x="113591" y="65314"/>
            <a:ext cx="10115195" cy="95415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400" dirty="0">
                <a:solidFill>
                  <a:schemeClr val="tx1"/>
                </a:solidFill>
                <a:latin typeface="Book Antiqua" panose="02040602050305030304" pitchFamily="18" charset="0"/>
              </a:rPr>
              <a:t>PROBLEM STATEMENT &amp; OVERVIEW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A3CEC33-E4EC-41F9-BF50-81E591EF7465}"/>
              </a:ext>
            </a:extLst>
          </p:cNvPr>
          <p:cNvSpPr/>
          <p:nvPr/>
        </p:nvSpPr>
        <p:spPr>
          <a:xfrm>
            <a:off x="329410" y="1703850"/>
            <a:ext cx="5766589" cy="5154149"/>
          </a:xfrm>
          <a:prstGeom prst="rect">
            <a:avLst/>
          </a:prstGeom>
          <a:solidFill>
            <a:srgbClr val="5C3C5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rgbClr val="F6CCF6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8429E34-6CEB-A255-2BFA-93E847BE5FBD}"/>
              </a:ext>
            </a:extLst>
          </p:cNvPr>
          <p:cNvSpPr/>
          <p:nvPr/>
        </p:nvSpPr>
        <p:spPr>
          <a:xfrm>
            <a:off x="6252185" y="1703851"/>
            <a:ext cx="5766589" cy="5154149"/>
          </a:xfrm>
          <a:prstGeom prst="rect">
            <a:avLst/>
          </a:prstGeom>
          <a:solidFill>
            <a:srgbClr val="5C3C5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rgbClr val="F6CCF6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D06B673-E869-CE3A-B4A4-59DF0724C795}"/>
              </a:ext>
            </a:extLst>
          </p:cNvPr>
          <p:cNvSpPr/>
          <p:nvPr/>
        </p:nvSpPr>
        <p:spPr>
          <a:xfrm>
            <a:off x="989178" y="2118455"/>
            <a:ext cx="4447051" cy="457767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tx1"/>
                </a:solidFill>
              </a:rPr>
              <a:t>Zara generates large amounts of product and sales-related data that can be difficult to interpret in raw form.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dirty="0">
              <a:solidFill>
                <a:schemeClr val="tx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tx1"/>
                </a:solidFill>
              </a:rPr>
              <a:t>A structured analysis is needed to understand sales volume across different product positions.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dirty="0">
              <a:solidFill>
                <a:schemeClr val="tx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tx1"/>
                </a:solidFill>
              </a:rPr>
              <a:t>It is also important to compare sales performance based on promotion and seasonal status.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dirty="0">
              <a:solidFill>
                <a:schemeClr val="tx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tx1"/>
                </a:solidFill>
              </a:rPr>
              <a:t>An interactive dashboard can present these patterns clearly and support data-driven decision-making.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D0B06DD-33BD-0100-27A1-434DB41A0FCA}"/>
              </a:ext>
            </a:extLst>
          </p:cNvPr>
          <p:cNvSpPr/>
          <p:nvPr/>
        </p:nvSpPr>
        <p:spPr>
          <a:xfrm>
            <a:off x="6911953" y="2118455"/>
            <a:ext cx="4447051" cy="457767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tx1"/>
                </a:solidFill>
              </a:rPr>
              <a:t>Analyzes Zara product-level sales data using Excel.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dirty="0">
              <a:solidFill>
                <a:schemeClr val="tx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tx1"/>
                </a:solidFill>
              </a:rPr>
              <a:t>Provides a visual view of sales volume and product distribution.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dirty="0">
              <a:solidFill>
                <a:schemeClr val="tx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tx1"/>
                </a:solidFill>
              </a:rPr>
              <a:t>Compares sales volume across product positions, promotion status, and seasonal status.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dirty="0">
              <a:solidFill>
                <a:schemeClr val="tx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tx1"/>
                </a:solidFill>
              </a:rPr>
              <a:t>Uses PivotTables, </a:t>
            </a:r>
            <a:r>
              <a:rPr lang="en-US" dirty="0" err="1">
                <a:solidFill>
                  <a:schemeClr val="tx1"/>
                </a:solidFill>
              </a:rPr>
              <a:t>PivotCharts</a:t>
            </a:r>
            <a:r>
              <a:rPr lang="en-US" dirty="0">
                <a:solidFill>
                  <a:schemeClr val="tx1"/>
                </a:solidFill>
              </a:rPr>
              <a:t>, KPI cards, and interactive slicers.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dirty="0">
              <a:solidFill>
                <a:schemeClr val="tx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tx1"/>
                </a:solidFill>
              </a:rPr>
              <a:t>Helps present the data in a simple and understandable format.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24F16A4-F645-F06A-8F65-98EA72978FA5}"/>
              </a:ext>
            </a:extLst>
          </p:cNvPr>
          <p:cNvSpPr/>
          <p:nvPr/>
        </p:nvSpPr>
        <p:spPr>
          <a:xfrm>
            <a:off x="1471935" y="1184176"/>
            <a:ext cx="3481535" cy="4458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  <a:latin typeface="Arial Black" panose="020B0A04020102020204" pitchFamily="34" charset="0"/>
              </a:rPr>
              <a:t>Problem Statement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BDB25D5-5567-D9DF-03E7-39B239E564F5}"/>
              </a:ext>
            </a:extLst>
          </p:cNvPr>
          <p:cNvSpPr/>
          <p:nvPr/>
        </p:nvSpPr>
        <p:spPr>
          <a:xfrm>
            <a:off x="7394710" y="1175658"/>
            <a:ext cx="3481535" cy="4458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  <a:latin typeface="Arial Black" panose="020B0A04020102020204" pitchFamily="34" charset="0"/>
              </a:rPr>
              <a:t>Overview</a:t>
            </a:r>
          </a:p>
        </p:txBody>
      </p:sp>
    </p:spTree>
    <p:extLst>
      <p:ext uri="{BB962C8B-B14F-4D97-AF65-F5344CB8AC3E}">
        <p14:creationId xmlns:p14="http://schemas.microsoft.com/office/powerpoint/2010/main" val="5115055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E00C6B8-B389-FCE6-8866-15A1A8DD7BD8}"/>
              </a:ext>
            </a:extLst>
          </p:cNvPr>
          <p:cNvSpPr/>
          <p:nvPr/>
        </p:nvSpPr>
        <p:spPr>
          <a:xfrm>
            <a:off x="0" y="0"/>
            <a:ext cx="369168" cy="7315200"/>
          </a:xfrm>
          <a:prstGeom prst="rect">
            <a:avLst/>
          </a:prstGeom>
          <a:solidFill>
            <a:srgbClr val="5C3C5A"/>
          </a:solidFill>
          <a:ln>
            <a:solidFill>
              <a:srgbClr val="5C3C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A61F60D-0572-CC6A-5D53-10945ACD026F}"/>
              </a:ext>
            </a:extLst>
          </p:cNvPr>
          <p:cNvSpPr/>
          <p:nvPr/>
        </p:nvSpPr>
        <p:spPr>
          <a:xfrm>
            <a:off x="670180" y="850505"/>
            <a:ext cx="4288025" cy="5156989"/>
          </a:xfrm>
          <a:prstGeom prst="rect">
            <a:avLst/>
          </a:prstGeom>
          <a:solidFill>
            <a:srgbClr val="F6CCF6"/>
          </a:solidFill>
          <a:ln>
            <a:solidFill>
              <a:srgbClr val="F6CC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400" dirty="0">
                <a:solidFill>
                  <a:srgbClr val="5C3C5A"/>
                </a:solidFill>
                <a:latin typeface="Arial Black" panose="020B0A04020102020204" pitchFamily="34" charset="0"/>
              </a:rPr>
              <a:t>WHO </a:t>
            </a:r>
          </a:p>
          <a:p>
            <a:pPr algn="ctr"/>
            <a:r>
              <a:rPr lang="en-IN" sz="4400" dirty="0">
                <a:solidFill>
                  <a:srgbClr val="5C3C5A"/>
                </a:solidFill>
                <a:latin typeface="Arial Black" panose="020B0A04020102020204" pitchFamily="34" charset="0"/>
              </a:rPr>
              <a:t>WILL</a:t>
            </a:r>
          </a:p>
          <a:p>
            <a:pPr algn="ctr"/>
            <a:r>
              <a:rPr lang="en-IN" sz="4400" dirty="0">
                <a:solidFill>
                  <a:srgbClr val="5C3C5A"/>
                </a:solidFill>
                <a:latin typeface="Arial Black" panose="020B0A04020102020204" pitchFamily="34" charset="0"/>
              </a:rPr>
              <a:t>USE</a:t>
            </a:r>
          </a:p>
          <a:p>
            <a:pPr algn="ctr"/>
            <a:r>
              <a:rPr lang="en-IN" sz="4400" dirty="0">
                <a:solidFill>
                  <a:srgbClr val="5C3C5A"/>
                </a:solidFill>
                <a:latin typeface="Arial Black" panose="020B0A04020102020204" pitchFamily="34" charset="0"/>
              </a:rPr>
              <a:t>THIS</a:t>
            </a:r>
          </a:p>
          <a:p>
            <a:pPr algn="ctr"/>
            <a:r>
              <a:rPr lang="en-IN" sz="4400" dirty="0">
                <a:solidFill>
                  <a:srgbClr val="5C3C5A"/>
                </a:solidFill>
                <a:latin typeface="Arial Black" panose="020B0A04020102020204" pitchFamily="34" charset="0"/>
              </a:rPr>
              <a:t>DASHBOARD?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FC4D809-F5F7-2DFA-B0D8-C9ACEFFF217C}"/>
              </a:ext>
            </a:extLst>
          </p:cNvPr>
          <p:cNvSpPr/>
          <p:nvPr/>
        </p:nvSpPr>
        <p:spPr>
          <a:xfrm>
            <a:off x="5452322" y="1255169"/>
            <a:ext cx="6497352" cy="452088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5C3C5A"/>
                </a:solidFill>
              </a:rPr>
              <a:t>Zara Management — Monitor overall sales performance and product placement.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>
              <a:solidFill>
                <a:srgbClr val="5C3C5A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5C3C5A"/>
                </a:solidFill>
              </a:rPr>
              <a:t>Store Managers — Understand sales across different store positions.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>
              <a:solidFill>
                <a:srgbClr val="5C3C5A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5C3C5A"/>
                </a:solidFill>
              </a:rPr>
              <a:t>Sales &amp; Marketing Teams — Compare sales performance by promotion and seasonal status.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>
              <a:solidFill>
                <a:srgbClr val="5C3C5A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5C3C5A"/>
                </a:solidFill>
              </a:rPr>
              <a:t>Data Analysts — Identify patterns and support data-driven decisions.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>
              <a:solidFill>
                <a:srgbClr val="5C3C5A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5C3C5A"/>
                </a:solidFill>
              </a:rPr>
              <a:t>Business Decision-Makers — Use dashboard insights for better planning.</a:t>
            </a:r>
            <a:endParaRPr lang="en-IN" b="1" dirty="0">
              <a:solidFill>
                <a:srgbClr val="5C3C5A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2301850-0A17-4BB6-99A9-06635CA853A1}"/>
              </a:ext>
            </a:extLst>
          </p:cNvPr>
          <p:cNvSpPr/>
          <p:nvPr/>
        </p:nvSpPr>
        <p:spPr>
          <a:xfrm>
            <a:off x="11949674" y="0"/>
            <a:ext cx="369168" cy="7315200"/>
          </a:xfrm>
          <a:prstGeom prst="rect">
            <a:avLst/>
          </a:prstGeom>
          <a:solidFill>
            <a:srgbClr val="5C3C5A"/>
          </a:solidFill>
          <a:ln>
            <a:solidFill>
              <a:srgbClr val="5C3C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5999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408CE88-23F9-0B9F-D641-A8BA7C663CF0}"/>
              </a:ext>
            </a:extLst>
          </p:cNvPr>
          <p:cNvSpPr/>
          <p:nvPr/>
        </p:nvSpPr>
        <p:spPr>
          <a:xfrm>
            <a:off x="0" y="0"/>
            <a:ext cx="12477868" cy="704258"/>
          </a:xfrm>
          <a:prstGeom prst="rect">
            <a:avLst/>
          </a:prstGeom>
          <a:solidFill>
            <a:srgbClr val="F6CCF6"/>
          </a:solidFill>
          <a:ln>
            <a:solidFill>
              <a:srgbClr val="F6CC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BF02A0CB-8D9D-616F-2577-346521AE9B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8139437"/>
              </p:ext>
            </p:extLst>
          </p:nvPr>
        </p:nvGraphicFramePr>
        <p:xfrm>
          <a:off x="957943" y="1533466"/>
          <a:ext cx="10276113" cy="4395935"/>
        </p:xfrm>
        <a:graphic>
          <a:graphicData uri="http://schemas.openxmlformats.org/drawingml/2006/table">
            <a:tbl>
              <a:tblPr firstRow="1" bandRow="1">
                <a:tableStyleId>{22838BEF-8BB2-4498-84A7-C5851F593DF1}</a:tableStyleId>
              </a:tblPr>
              <a:tblGrid>
                <a:gridCol w="3425371">
                  <a:extLst>
                    <a:ext uri="{9D8B030D-6E8A-4147-A177-3AD203B41FA5}">
                      <a16:colId xmlns:a16="http://schemas.microsoft.com/office/drawing/2014/main" val="1182691674"/>
                    </a:ext>
                  </a:extLst>
                </a:gridCol>
                <a:gridCol w="3425371">
                  <a:extLst>
                    <a:ext uri="{9D8B030D-6E8A-4147-A177-3AD203B41FA5}">
                      <a16:colId xmlns:a16="http://schemas.microsoft.com/office/drawing/2014/main" val="3965669001"/>
                    </a:ext>
                  </a:extLst>
                </a:gridCol>
                <a:gridCol w="3425371">
                  <a:extLst>
                    <a:ext uri="{9D8B030D-6E8A-4147-A177-3AD203B41FA5}">
                      <a16:colId xmlns:a16="http://schemas.microsoft.com/office/drawing/2014/main" val="120017790"/>
                    </a:ext>
                  </a:extLst>
                </a:gridCol>
              </a:tblGrid>
              <a:tr h="1057783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IN" sz="2400" dirty="0">
                          <a:solidFill>
                            <a:srgbClr val="F6CCF6"/>
                          </a:solidFill>
                        </a:rPr>
                        <a:t>Data Source &amp; Dataset</a:t>
                      </a:r>
                    </a:p>
                  </a:txBody>
                  <a:tcPr>
                    <a:solidFill>
                      <a:srgbClr val="5C3C5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IN" sz="2400" dirty="0">
                          <a:solidFill>
                            <a:srgbClr val="F6CCF6"/>
                          </a:solidFill>
                        </a:rPr>
                        <a:t>Data Size</a:t>
                      </a:r>
                    </a:p>
                  </a:txBody>
                  <a:tcPr>
                    <a:solidFill>
                      <a:srgbClr val="5C3C5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IN" sz="2400" dirty="0">
                          <a:solidFill>
                            <a:srgbClr val="F6CCF6"/>
                          </a:solidFill>
                        </a:rPr>
                        <a:t>Key Fields</a:t>
                      </a:r>
                    </a:p>
                  </a:txBody>
                  <a:tcPr>
                    <a:solidFill>
                      <a:srgbClr val="5C3C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0592805"/>
                  </a:ext>
                </a:extLst>
              </a:tr>
              <a:tr h="834538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IN" dirty="0"/>
                        <a:t>Data Source: Kaggle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IN" dirty="0"/>
                        <a:t>252 product records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IN" dirty="0"/>
                        <a:t>Product Position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8922370"/>
                  </a:ext>
                </a:extLst>
              </a:tr>
              <a:tr h="834538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IN" dirty="0"/>
                        <a:t>Zara Sales Analysis Dataset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IN" dirty="0"/>
                        <a:t>16 columns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IN" dirty="0"/>
                        <a:t>Promotion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2883970"/>
                  </a:ext>
                </a:extLst>
              </a:tr>
              <a:tr h="834538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IN" dirty="0"/>
                        <a:t>Seasonal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379867"/>
                  </a:ext>
                </a:extLst>
              </a:tr>
              <a:tr h="834538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IN" dirty="0"/>
                        <a:t>Sales Volume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5999969"/>
                  </a:ext>
                </a:extLst>
              </a:tr>
            </a:tbl>
          </a:graphicData>
        </a:graphic>
      </p:graphicFrame>
      <p:sp>
        <p:nvSpPr>
          <p:cNvPr id="10" name="Rectangle 9">
            <a:extLst>
              <a:ext uri="{FF2B5EF4-FFF2-40B4-BE49-F238E27FC236}">
                <a16:creationId xmlns:a16="http://schemas.microsoft.com/office/drawing/2014/main" id="{3522801A-93D0-E08F-398F-F4FB4DDFE5D4}"/>
              </a:ext>
            </a:extLst>
          </p:cNvPr>
          <p:cNvSpPr/>
          <p:nvPr/>
        </p:nvSpPr>
        <p:spPr>
          <a:xfrm>
            <a:off x="3873421" y="82354"/>
            <a:ext cx="4441372" cy="52819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dirty="0">
                <a:solidFill>
                  <a:srgbClr val="5C3C5A"/>
                </a:solidFill>
                <a:latin typeface="Arial Black" panose="020B0A04020102020204" pitchFamily="34" charset="0"/>
              </a:rPr>
              <a:t>DATA OVERVIEW</a:t>
            </a:r>
          </a:p>
        </p:txBody>
      </p:sp>
    </p:spTree>
    <p:extLst>
      <p:ext uri="{BB962C8B-B14F-4D97-AF65-F5344CB8AC3E}">
        <p14:creationId xmlns:p14="http://schemas.microsoft.com/office/powerpoint/2010/main" val="14635203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ech Bubble: Rectangle with Corners Rounded 1">
            <a:extLst>
              <a:ext uri="{FF2B5EF4-FFF2-40B4-BE49-F238E27FC236}">
                <a16:creationId xmlns:a16="http://schemas.microsoft.com/office/drawing/2014/main" id="{C6D0CA57-2451-72E5-4371-860143083BEB}"/>
              </a:ext>
            </a:extLst>
          </p:cNvPr>
          <p:cNvSpPr/>
          <p:nvPr/>
        </p:nvSpPr>
        <p:spPr>
          <a:xfrm>
            <a:off x="4600755" y="241539"/>
            <a:ext cx="2990490" cy="1897812"/>
          </a:xfrm>
          <a:prstGeom prst="wedgeRoundRectCallout">
            <a:avLst/>
          </a:prstGeom>
          <a:solidFill>
            <a:srgbClr val="F6CCF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dirty="0">
                <a:solidFill>
                  <a:srgbClr val="5C3C5A"/>
                </a:solidFill>
                <a:latin typeface="Arial Black" panose="020B0A04020102020204" pitchFamily="34" charset="0"/>
              </a:rPr>
              <a:t>DASHBOARD DESIGN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B23A148-274B-6AA4-5287-FADA7FE6BE22}"/>
              </a:ext>
            </a:extLst>
          </p:cNvPr>
          <p:cNvSpPr/>
          <p:nvPr/>
        </p:nvSpPr>
        <p:spPr>
          <a:xfrm>
            <a:off x="0" y="0"/>
            <a:ext cx="1311215" cy="7234687"/>
          </a:xfrm>
          <a:prstGeom prst="rect">
            <a:avLst/>
          </a:prstGeom>
          <a:solidFill>
            <a:srgbClr val="F6CCF6"/>
          </a:solidFill>
          <a:ln>
            <a:solidFill>
              <a:srgbClr val="F6CC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CC402EB-F50B-89C7-68E2-7544220B94A7}"/>
              </a:ext>
            </a:extLst>
          </p:cNvPr>
          <p:cNvSpPr/>
          <p:nvPr/>
        </p:nvSpPr>
        <p:spPr>
          <a:xfrm>
            <a:off x="-57509" y="-46008"/>
            <a:ext cx="345056" cy="7280695"/>
          </a:xfrm>
          <a:prstGeom prst="rect">
            <a:avLst/>
          </a:prstGeom>
          <a:solidFill>
            <a:srgbClr val="5C3C5A"/>
          </a:solidFill>
          <a:ln>
            <a:solidFill>
              <a:srgbClr val="5C3C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BE36E73-578E-1C29-EFA9-8A2ED7C0346A}"/>
              </a:ext>
            </a:extLst>
          </p:cNvPr>
          <p:cNvSpPr/>
          <p:nvPr/>
        </p:nvSpPr>
        <p:spPr>
          <a:xfrm>
            <a:off x="1797170" y="2530414"/>
            <a:ext cx="8597660" cy="40342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400" b="1" dirty="0">
                <a:solidFill>
                  <a:srgbClr val="5C3C5A"/>
                </a:solidFill>
              </a:rPr>
              <a:t>KPI Cards: </a:t>
            </a:r>
            <a:r>
              <a:rPr lang="en-US" sz="2400" dirty="0">
                <a:solidFill>
                  <a:srgbClr val="5C3C5A"/>
                </a:solidFill>
              </a:rPr>
              <a:t>Total Sales, Number of Products, Average Sales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en-US" sz="2400" dirty="0">
              <a:solidFill>
                <a:srgbClr val="5C3C5A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400" b="1" dirty="0">
                <a:solidFill>
                  <a:srgbClr val="5C3C5A"/>
                </a:solidFill>
              </a:rPr>
              <a:t>Column Chart: </a:t>
            </a:r>
            <a:r>
              <a:rPr lang="en-US" sz="2400" dirty="0">
                <a:solidFill>
                  <a:srgbClr val="5C3C5A"/>
                </a:solidFill>
              </a:rPr>
              <a:t>Sales by Product Position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en-US" sz="2400" dirty="0">
              <a:solidFill>
                <a:srgbClr val="5C3C5A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400" b="1" dirty="0">
                <a:solidFill>
                  <a:srgbClr val="5C3C5A"/>
                </a:solidFill>
              </a:rPr>
              <a:t>Bar Chart: </a:t>
            </a:r>
            <a:r>
              <a:rPr lang="en-US" sz="2400" dirty="0">
                <a:solidFill>
                  <a:srgbClr val="5C3C5A"/>
                </a:solidFill>
              </a:rPr>
              <a:t>Average Sales Volume by Promotion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en-US" sz="2400" dirty="0">
              <a:solidFill>
                <a:srgbClr val="5C3C5A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400" b="1" dirty="0">
                <a:solidFill>
                  <a:srgbClr val="5C3C5A"/>
                </a:solidFill>
              </a:rPr>
              <a:t>Bar Chart: </a:t>
            </a:r>
            <a:r>
              <a:rPr lang="en-US" sz="2400" dirty="0">
                <a:solidFill>
                  <a:srgbClr val="5C3C5A"/>
                </a:solidFill>
              </a:rPr>
              <a:t>Average Sales Volume by Seasonal Status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en-US" sz="2400" dirty="0">
              <a:solidFill>
                <a:srgbClr val="5C3C5A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400" b="1" dirty="0">
                <a:solidFill>
                  <a:srgbClr val="5C3C5A"/>
                </a:solidFill>
              </a:rPr>
              <a:t>Pie Chart: </a:t>
            </a:r>
            <a:r>
              <a:rPr lang="en-US" sz="2400" dirty="0">
                <a:solidFill>
                  <a:srgbClr val="5C3C5A"/>
                </a:solidFill>
              </a:rPr>
              <a:t>Product Distribution by Store Position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en-US" sz="2400" dirty="0">
              <a:solidFill>
                <a:srgbClr val="5C3C5A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400" b="1" dirty="0">
                <a:solidFill>
                  <a:srgbClr val="5C3C5A"/>
                </a:solidFill>
              </a:rPr>
              <a:t>Slicers: </a:t>
            </a:r>
            <a:r>
              <a:rPr lang="en-US" sz="2400" dirty="0">
                <a:solidFill>
                  <a:srgbClr val="5C3C5A"/>
                </a:solidFill>
              </a:rPr>
              <a:t>Product Position, Promotion, Seasonal</a:t>
            </a:r>
            <a:endParaRPr lang="en-IN" sz="2400" dirty="0">
              <a:solidFill>
                <a:srgbClr val="5C3C5A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2EBEF37-E452-6AC3-1659-18335773500F}"/>
              </a:ext>
            </a:extLst>
          </p:cNvPr>
          <p:cNvSpPr/>
          <p:nvPr/>
        </p:nvSpPr>
        <p:spPr>
          <a:xfrm>
            <a:off x="10880785" y="-1"/>
            <a:ext cx="1311215" cy="7234687"/>
          </a:xfrm>
          <a:prstGeom prst="rect">
            <a:avLst/>
          </a:prstGeom>
          <a:solidFill>
            <a:srgbClr val="F6CCF6"/>
          </a:solidFill>
          <a:ln>
            <a:solidFill>
              <a:srgbClr val="F6CC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DFE9D73-36B3-4590-B24D-6A220C949CBF}"/>
              </a:ext>
            </a:extLst>
          </p:cNvPr>
          <p:cNvSpPr/>
          <p:nvPr/>
        </p:nvSpPr>
        <p:spPr>
          <a:xfrm>
            <a:off x="11846944" y="-1"/>
            <a:ext cx="345056" cy="7280695"/>
          </a:xfrm>
          <a:prstGeom prst="rect">
            <a:avLst/>
          </a:prstGeom>
          <a:solidFill>
            <a:srgbClr val="5C3C5A"/>
          </a:solidFill>
          <a:ln>
            <a:solidFill>
              <a:srgbClr val="5C3C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281588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19091C51-3526-1BAC-6F56-083B12FD3E53}"/>
              </a:ext>
            </a:extLst>
          </p:cNvPr>
          <p:cNvSpPr/>
          <p:nvPr/>
        </p:nvSpPr>
        <p:spPr>
          <a:xfrm>
            <a:off x="-733246" y="0"/>
            <a:ext cx="1466491" cy="6858000"/>
          </a:xfrm>
          <a:prstGeom prst="ellipse">
            <a:avLst/>
          </a:prstGeom>
          <a:solidFill>
            <a:srgbClr val="5C3C5A"/>
          </a:solidFill>
          <a:ln>
            <a:solidFill>
              <a:srgbClr val="5C3C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24A82C0B-3626-E473-01F4-70805B2FE0E0}"/>
              </a:ext>
            </a:extLst>
          </p:cNvPr>
          <p:cNvSpPr/>
          <p:nvPr/>
        </p:nvSpPr>
        <p:spPr>
          <a:xfrm>
            <a:off x="11458754" y="0"/>
            <a:ext cx="1466491" cy="6858000"/>
          </a:xfrm>
          <a:prstGeom prst="ellipse">
            <a:avLst/>
          </a:prstGeom>
          <a:solidFill>
            <a:srgbClr val="5C3C5A"/>
          </a:solidFill>
          <a:ln>
            <a:solidFill>
              <a:srgbClr val="5C3C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8DB9B142-D505-53CE-6549-275AA97D0F4C}"/>
              </a:ext>
            </a:extLst>
          </p:cNvPr>
          <p:cNvSpPr/>
          <p:nvPr/>
        </p:nvSpPr>
        <p:spPr>
          <a:xfrm>
            <a:off x="-145397" y="-351012"/>
            <a:ext cx="12482793" cy="790514"/>
          </a:xfrm>
          <a:prstGeom prst="ellipse">
            <a:avLst/>
          </a:prstGeom>
          <a:solidFill>
            <a:srgbClr val="F6CCF6"/>
          </a:solidFill>
          <a:ln>
            <a:solidFill>
              <a:srgbClr val="F6CC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Arrow: Pentagon 6">
            <a:extLst>
              <a:ext uri="{FF2B5EF4-FFF2-40B4-BE49-F238E27FC236}">
                <a16:creationId xmlns:a16="http://schemas.microsoft.com/office/drawing/2014/main" id="{10F005B8-D6D3-70B8-9258-2CD3E96737C0}"/>
              </a:ext>
            </a:extLst>
          </p:cNvPr>
          <p:cNvSpPr/>
          <p:nvPr/>
        </p:nvSpPr>
        <p:spPr>
          <a:xfrm>
            <a:off x="1150374" y="1797828"/>
            <a:ext cx="2819892" cy="3262343"/>
          </a:xfrm>
          <a:prstGeom prst="homePlate">
            <a:avLst/>
          </a:prstGeom>
          <a:solidFill>
            <a:srgbClr val="F6CCF6"/>
          </a:solidFill>
          <a:ln>
            <a:solidFill>
              <a:srgbClr val="F6CC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>
                <a:solidFill>
                  <a:srgbClr val="5C3C5A"/>
                </a:solidFill>
                <a:latin typeface="Arial Black" panose="020B0A04020102020204" pitchFamily="34" charset="0"/>
              </a:rPr>
              <a:t>KEY INSIGHTS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128A8ED-1434-CF45-04DA-10C95F7C23F5}"/>
              </a:ext>
            </a:extLst>
          </p:cNvPr>
          <p:cNvSpPr/>
          <p:nvPr/>
        </p:nvSpPr>
        <p:spPr>
          <a:xfrm>
            <a:off x="4296937" y="837707"/>
            <a:ext cx="6678070" cy="574007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b="1" dirty="0">
                <a:solidFill>
                  <a:srgbClr val="5C3C5A"/>
                </a:solidFill>
                <a:latin typeface="+mj-lt"/>
              </a:rPr>
              <a:t>Total Sales Volume: </a:t>
            </a:r>
            <a:r>
              <a:rPr lang="en-US" sz="2000" dirty="0">
                <a:solidFill>
                  <a:srgbClr val="5C3C5A"/>
                </a:solidFill>
                <a:latin typeface="+mj-lt"/>
              </a:rPr>
              <a:t>459,573 sales volume across 252 products.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en-US" sz="2000" dirty="0">
              <a:solidFill>
                <a:srgbClr val="5C3C5A"/>
              </a:solidFill>
              <a:latin typeface="+mj-lt"/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b="1" dirty="0">
                <a:solidFill>
                  <a:srgbClr val="5C3C5A"/>
                </a:solidFill>
                <a:latin typeface="+mj-lt"/>
              </a:rPr>
              <a:t>Highest Sales by Product Position: </a:t>
            </a:r>
            <a:r>
              <a:rPr lang="en-US" sz="2000" dirty="0">
                <a:solidFill>
                  <a:srgbClr val="5C3C5A"/>
                </a:solidFill>
                <a:latin typeface="+mj-lt"/>
              </a:rPr>
              <a:t>Aisle recorded the highest sales volume at 177,396.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en-US" sz="2000" dirty="0">
              <a:solidFill>
                <a:srgbClr val="5C3C5A"/>
              </a:solidFill>
              <a:latin typeface="+mj-lt"/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b="1" dirty="0">
                <a:solidFill>
                  <a:srgbClr val="5C3C5A"/>
                </a:solidFill>
                <a:latin typeface="+mj-lt"/>
              </a:rPr>
              <a:t>Product Distribution: </a:t>
            </a:r>
            <a:r>
              <a:rPr lang="en-US" sz="2000" dirty="0">
                <a:solidFill>
                  <a:srgbClr val="5C3C5A"/>
                </a:solidFill>
                <a:latin typeface="+mj-lt"/>
              </a:rPr>
              <a:t>Aisle had the highest number of products with 97 products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en-US" sz="2000" dirty="0">
              <a:solidFill>
                <a:srgbClr val="5C3C5A"/>
              </a:solidFill>
              <a:latin typeface="+mj-lt"/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b="1" dirty="0">
                <a:solidFill>
                  <a:srgbClr val="5C3C5A"/>
                </a:solidFill>
                <a:latin typeface="+mj-lt"/>
              </a:rPr>
              <a:t>Promotion:</a:t>
            </a:r>
            <a:r>
              <a:rPr lang="en-US" sz="2000" dirty="0">
                <a:solidFill>
                  <a:srgbClr val="5C3C5A"/>
                </a:solidFill>
                <a:latin typeface="+mj-lt"/>
              </a:rPr>
              <a:t> Average sales volume was slightly higher for promoted products than non-promoted products.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en-US" sz="2000" dirty="0">
              <a:solidFill>
                <a:srgbClr val="5C3C5A"/>
              </a:solidFill>
              <a:latin typeface="+mj-lt"/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b="1" dirty="0">
                <a:solidFill>
                  <a:srgbClr val="5C3C5A"/>
                </a:solidFill>
                <a:latin typeface="+mj-lt"/>
              </a:rPr>
              <a:t>Seasonal Products: </a:t>
            </a:r>
            <a:r>
              <a:rPr lang="en-US" sz="2000" dirty="0">
                <a:solidFill>
                  <a:srgbClr val="5C3C5A"/>
                </a:solidFill>
                <a:latin typeface="+mj-lt"/>
              </a:rPr>
              <a:t>Average sales volume was slightly higher for non-seasonal products than seasonal products.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en-US" sz="2000" dirty="0">
              <a:solidFill>
                <a:srgbClr val="5C3C5A"/>
              </a:solidFill>
              <a:latin typeface="+mj-lt"/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b="1" dirty="0">
                <a:solidFill>
                  <a:srgbClr val="5C3C5A"/>
                </a:solidFill>
                <a:latin typeface="+mj-lt"/>
              </a:rPr>
              <a:t>Overall Average Sales Volume: </a:t>
            </a:r>
            <a:r>
              <a:rPr lang="en-US" sz="2000" dirty="0">
                <a:solidFill>
                  <a:srgbClr val="5C3C5A"/>
                </a:solidFill>
                <a:latin typeface="+mj-lt"/>
              </a:rPr>
              <a:t>The average sales volume was 1,823.702.</a:t>
            </a:r>
            <a:endParaRPr lang="en-IN" sz="2000" dirty="0">
              <a:solidFill>
                <a:srgbClr val="5C3C5A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3214005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The ZARA SALES ANALYSIS dashboard displays various product position metrics, including sales volume, average sales, and distribution across different store locations.&#10;&#10;AI-generated content may be incorrect.">
            <a:extLst>
              <a:ext uri="{FF2B5EF4-FFF2-40B4-BE49-F238E27FC236}">
                <a16:creationId xmlns:a16="http://schemas.microsoft.com/office/drawing/2014/main" id="{E585A4AA-F665-5A11-490E-1FEB9B0048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5219" y="0"/>
            <a:ext cx="13043140" cy="4922345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976FC7C5-1AC0-7B31-D1C7-E2ED6B059267}"/>
              </a:ext>
            </a:extLst>
          </p:cNvPr>
          <p:cNvSpPr/>
          <p:nvPr/>
        </p:nvSpPr>
        <p:spPr>
          <a:xfrm>
            <a:off x="449234" y="5196511"/>
            <a:ext cx="2046675" cy="1198538"/>
          </a:xfrm>
          <a:prstGeom prst="rect">
            <a:avLst/>
          </a:prstGeom>
          <a:solidFill>
            <a:srgbClr val="F6CCF6"/>
          </a:solidFill>
          <a:ln>
            <a:solidFill>
              <a:srgbClr val="F6CC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>
                <a:solidFill>
                  <a:srgbClr val="5C3C5A"/>
                </a:solidFill>
              </a:rPr>
              <a:t>Interactive Excel dashboard developed using PivotTables, </a:t>
            </a:r>
            <a:r>
              <a:rPr lang="en-US" sz="1400" b="1" dirty="0" err="1">
                <a:solidFill>
                  <a:srgbClr val="5C3C5A"/>
                </a:solidFill>
              </a:rPr>
              <a:t>PivotCharts</a:t>
            </a:r>
            <a:r>
              <a:rPr lang="en-US" sz="1400" b="1" dirty="0">
                <a:solidFill>
                  <a:srgbClr val="5C3C5A"/>
                </a:solidFill>
              </a:rPr>
              <a:t>, KPI cards, and slicers.</a:t>
            </a:r>
            <a:endParaRPr lang="en-IN" sz="1400" b="1" dirty="0">
              <a:solidFill>
                <a:srgbClr val="5C3C5A"/>
              </a:solidFill>
            </a:endParaRPr>
          </a:p>
        </p:txBody>
      </p:sp>
      <p:pic>
        <p:nvPicPr>
          <p:cNvPr id="9" name="Picture 8" descr="The image displays a comparison between average sales volume and promotion data across different seasons, with figures ranging from 1815 to 1830, indicating whether promotions were applied or not.&#10;&#10;AI-generated content may be incorrect.">
            <a:extLst>
              <a:ext uri="{FF2B5EF4-FFF2-40B4-BE49-F238E27FC236}">
                <a16:creationId xmlns:a16="http://schemas.microsoft.com/office/drawing/2014/main" id="{C3CDDFAC-5006-AA9F-3206-08111996AC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4212" y="4843635"/>
            <a:ext cx="6835472" cy="2014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46684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The image displays a bar chart illustrating sales figures for different product positions, with the highest sales being at the end-cap and the lowest being at the front of the store.&#10;&#10;AI-generated content may be incorrect.">
            <a:extLst>
              <a:ext uri="{FF2B5EF4-FFF2-40B4-BE49-F238E27FC236}">
                <a16:creationId xmlns:a16="http://schemas.microsoft.com/office/drawing/2014/main" id="{C2D83553-9B01-E315-7F7B-3CBBD8471F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510" y="2628891"/>
            <a:ext cx="4325800" cy="2949524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7599FED0-2110-3E83-5A8E-5308A652A816}"/>
              </a:ext>
            </a:extLst>
          </p:cNvPr>
          <p:cNvSpPr/>
          <p:nvPr/>
        </p:nvSpPr>
        <p:spPr>
          <a:xfrm>
            <a:off x="0" y="0"/>
            <a:ext cx="12192000" cy="1305464"/>
          </a:xfrm>
          <a:prstGeom prst="rect">
            <a:avLst/>
          </a:prstGeom>
          <a:solidFill>
            <a:srgbClr val="5C3C5A"/>
          </a:solidFill>
          <a:ln>
            <a:solidFill>
              <a:srgbClr val="5C3C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43855F9-EE6B-62FF-E83D-985ACA74B045}"/>
              </a:ext>
            </a:extLst>
          </p:cNvPr>
          <p:cNvSpPr/>
          <p:nvPr/>
        </p:nvSpPr>
        <p:spPr>
          <a:xfrm>
            <a:off x="2199736" y="155275"/>
            <a:ext cx="7792528" cy="925902"/>
          </a:xfrm>
          <a:prstGeom prst="rect">
            <a:avLst/>
          </a:prstGeom>
          <a:solidFill>
            <a:srgbClr val="F6CCF6"/>
          </a:solidFill>
          <a:ln>
            <a:solidFill>
              <a:srgbClr val="F6CC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>
                <a:solidFill>
                  <a:srgbClr val="5C3C5A"/>
                </a:solidFill>
                <a:latin typeface="Arial Black" panose="020B0A04020102020204" pitchFamily="34" charset="0"/>
              </a:rPr>
              <a:t>ANALYSIS 1: SALES VOLUME BY PRODUCT POSITION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A320A91-7919-ED60-1BDC-9CF4739F69BA}"/>
              </a:ext>
            </a:extLst>
          </p:cNvPr>
          <p:cNvSpPr/>
          <p:nvPr/>
        </p:nvSpPr>
        <p:spPr>
          <a:xfrm>
            <a:off x="5848710" y="1650521"/>
            <a:ext cx="6107502" cy="509246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400" b="1" dirty="0">
                <a:solidFill>
                  <a:srgbClr val="5C3C5A"/>
                </a:solidFill>
              </a:rPr>
              <a:t>Aisle:</a:t>
            </a:r>
            <a:r>
              <a:rPr lang="en-US" sz="2400" dirty="0">
                <a:solidFill>
                  <a:srgbClr val="5C3C5A"/>
                </a:solidFill>
              </a:rPr>
              <a:t> 177,396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sz="2400" dirty="0">
              <a:solidFill>
                <a:srgbClr val="5C3C5A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400" b="1" dirty="0">
                <a:solidFill>
                  <a:srgbClr val="5C3C5A"/>
                </a:solidFill>
              </a:rPr>
              <a:t>End-cap:</a:t>
            </a:r>
            <a:r>
              <a:rPr lang="en-US" sz="2400" dirty="0">
                <a:solidFill>
                  <a:srgbClr val="5C3C5A"/>
                </a:solidFill>
              </a:rPr>
              <a:t> 152,930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sz="2400" dirty="0">
              <a:solidFill>
                <a:srgbClr val="5C3C5A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400" b="1" dirty="0">
                <a:solidFill>
                  <a:srgbClr val="5C3C5A"/>
                </a:solidFill>
              </a:rPr>
              <a:t>Front of Store: </a:t>
            </a:r>
            <a:r>
              <a:rPr lang="en-US" sz="2400" dirty="0">
                <a:solidFill>
                  <a:srgbClr val="5C3C5A"/>
                </a:solidFill>
              </a:rPr>
              <a:t>129,247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sz="2400" dirty="0">
              <a:solidFill>
                <a:srgbClr val="5C3C5A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400" b="1" dirty="0">
                <a:solidFill>
                  <a:srgbClr val="5C3C5A"/>
                </a:solidFill>
              </a:rPr>
              <a:t>Total Sales Volume: </a:t>
            </a:r>
            <a:r>
              <a:rPr lang="en-US" sz="2400" dirty="0">
                <a:solidFill>
                  <a:srgbClr val="5C3C5A"/>
                </a:solidFill>
              </a:rPr>
              <a:t>459,573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sz="2400" dirty="0">
              <a:solidFill>
                <a:srgbClr val="5C3C5A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400" b="1" dirty="0">
                <a:solidFill>
                  <a:srgbClr val="5C3C5A"/>
                </a:solidFill>
              </a:rPr>
              <a:t>Observation: </a:t>
            </a:r>
            <a:r>
              <a:rPr lang="en-US" sz="2400" dirty="0">
                <a:solidFill>
                  <a:srgbClr val="5C3C5A"/>
                </a:solidFill>
              </a:rPr>
              <a:t>Aisle recorded the highest sales volume, followed by End-cap and Front of Store.</a:t>
            </a:r>
            <a:endParaRPr lang="en-IN" sz="2400" dirty="0">
              <a:solidFill>
                <a:srgbClr val="5C3C5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801579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AC1E80FF-6266-3B56-3CF0-1DEF4BF54E35}"/>
              </a:ext>
            </a:extLst>
          </p:cNvPr>
          <p:cNvSpPr/>
          <p:nvPr/>
        </p:nvSpPr>
        <p:spPr>
          <a:xfrm>
            <a:off x="0" y="0"/>
            <a:ext cx="12192000" cy="1305464"/>
          </a:xfrm>
          <a:prstGeom prst="rect">
            <a:avLst/>
          </a:prstGeom>
          <a:solidFill>
            <a:srgbClr val="5C3C5A"/>
          </a:solidFill>
          <a:ln>
            <a:solidFill>
              <a:srgbClr val="5C3C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A23C12B-6418-0CEE-2197-2AED5966820B}"/>
              </a:ext>
            </a:extLst>
          </p:cNvPr>
          <p:cNvSpPr/>
          <p:nvPr/>
        </p:nvSpPr>
        <p:spPr>
          <a:xfrm>
            <a:off x="2199736" y="155275"/>
            <a:ext cx="7792528" cy="925902"/>
          </a:xfrm>
          <a:prstGeom prst="rect">
            <a:avLst/>
          </a:prstGeom>
          <a:solidFill>
            <a:srgbClr val="F6CCF6"/>
          </a:solidFill>
          <a:ln>
            <a:solidFill>
              <a:srgbClr val="F6CC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>
                <a:solidFill>
                  <a:srgbClr val="5C3C5A"/>
                </a:solidFill>
                <a:latin typeface="Arial Black" panose="020B0A04020102020204" pitchFamily="34" charset="0"/>
              </a:rPr>
              <a:t>ANALYSIS 2: PRODUCT DISTRIBUTION BY STORE POSITION</a:t>
            </a:r>
          </a:p>
        </p:txBody>
      </p:sp>
      <p:pic>
        <p:nvPicPr>
          <p:cNvPr id="9" name="Picture 8" descr="The diagram displays product distribution statistics, including counts of product IDs and positions within various store sections.&#10;&#10;AI-generated content may be incorrect.">
            <a:extLst>
              <a:ext uri="{FF2B5EF4-FFF2-40B4-BE49-F238E27FC236}">
                <a16:creationId xmlns:a16="http://schemas.microsoft.com/office/drawing/2014/main" id="{39B84189-9F9C-606D-BC3D-069AF7E564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5124" y="2081840"/>
            <a:ext cx="4433977" cy="3709357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08E8D820-5B28-2665-AAFD-A7ACD5BC3EAD}"/>
              </a:ext>
            </a:extLst>
          </p:cNvPr>
          <p:cNvSpPr/>
          <p:nvPr/>
        </p:nvSpPr>
        <p:spPr>
          <a:xfrm>
            <a:off x="799382" y="1483742"/>
            <a:ext cx="5693434" cy="490555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400" b="1" dirty="0">
                <a:solidFill>
                  <a:srgbClr val="5C3C5A"/>
                </a:solidFill>
              </a:rPr>
              <a:t>Aisle:</a:t>
            </a:r>
            <a:r>
              <a:rPr lang="en-US" sz="2400" dirty="0">
                <a:solidFill>
                  <a:srgbClr val="5C3C5A"/>
                </a:solidFill>
              </a:rPr>
              <a:t> 97 products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sz="2400" dirty="0">
              <a:solidFill>
                <a:srgbClr val="5C3C5A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400" b="1" dirty="0">
                <a:solidFill>
                  <a:srgbClr val="5C3C5A"/>
                </a:solidFill>
              </a:rPr>
              <a:t>End-cap:</a:t>
            </a:r>
            <a:r>
              <a:rPr lang="en-US" sz="2400" dirty="0">
                <a:solidFill>
                  <a:srgbClr val="5C3C5A"/>
                </a:solidFill>
              </a:rPr>
              <a:t> 86 products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sz="2400" dirty="0">
              <a:solidFill>
                <a:srgbClr val="5C3C5A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400" b="1" dirty="0">
                <a:solidFill>
                  <a:srgbClr val="5C3C5A"/>
                </a:solidFill>
              </a:rPr>
              <a:t>Front of Store: </a:t>
            </a:r>
            <a:r>
              <a:rPr lang="en-US" sz="2400" dirty="0">
                <a:solidFill>
                  <a:srgbClr val="5C3C5A"/>
                </a:solidFill>
              </a:rPr>
              <a:t>69 products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sz="2400" dirty="0">
              <a:solidFill>
                <a:srgbClr val="5C3C5A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400" b="1" dirty="0">
                <a:solidFill>
                  <a:srgbClr val="5C3C5A"/>
                </a:solidFill>
              </a:rPr>
              <a:t>Observation: </a:t>
            </a:r>
            <a:r>
              <a:rPr lang="en-US" sz="2400" dirty="0">
                <a:solidFill>
                  <a:srgbClr val="5C3C5A"/>
                </a:solidFill>
              </a:rPr>
              <a:t>Aisle has the highest number of products, while Front of Store has the lowest.</a:t>
            </a:r>
            <a:endParaRPr lang="en-IN" sz="2400" dirty="0">
              <a:solidFill>
                <a:srgbClr val="5C3C5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97274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6A41147-32B6-1DCD-65BE-3E785546F256}"/>
              </a:ext>
            </a:extLst>
          </p:cNvPr>
          <p:cNvSpPr/>
          <p:nvPr/>
        </p:nvSpPr>
        <p:spPr>
          <a:xfrm>
            <a:off x="0" y="0"/>
            <a:ext cx="12192000" cy="1305464"/>
          </a:xfrm>
          <a:prstGeom prst="rect">
            <a:avLst/>
          </a:prstGeom>
          <a:solidFill>
            <a:srgbClr val="5C3C5A"/>
          </a:solidFill>
          <a:ln>
            <a:solidFill>
              <a:srgbClr val="5C3C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5EE015C-320E-7F2E-B129-7885B9C96FFE}"/>
              </a:ext>
            </a:extLst>
          </p:cNvPr>
          <p:cNvSpPr/>
          <p:nvPr/>
        </p:nvSpPr>
        <p:spPr>
          <a:xfrm>
            <a:off x="2199736" y="155275"/>
            <a:ext cx="7792528" cy="925902"/>
          </a:xfrm>
          <a:prstGeom prst="rect">
            <a:avLst/>
          </a:prstGeom>
          <a:solidFill>
            <a:srgbClr val="F6CCF6"/>
          </a:solidFill>
          <a:ln>
            <a:solidFill>
              <a:srgbClr val="F6CC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>
                <a:solidFill>
                  <a:srgbClr val="5C3C5A"/>
                </a:solidFill>
                <a:latin typeface="Arial Black" panose="020B0A04020102020204" pitchFamily="34" charset="0"/>
              </a:rPr>
              <a:t>ANALYSIS 3: </a:t>
            </a:r>
            <a:r>
              <a:rPr lang="en-US" sz="2400" dirty="0">
                <a:solidFill>
                  <a:srgbClr val="5C3C5A"/>
                </a:solidFill>
                <a:latin typeface="Arial Black" panose="020B0A04020102020204" pitchFamily="34" charset="0"/>
              </a:rPr>
              <a:t>AVERAGE SALES VOLUME BY SEASONAL</a:t>
            </a:r>
            <a:endParaRPr lang="en-IN" sz="2400" dirty="0">
              <a:solidFill>
                <a:srgbClr val="5C3C5A"/>
              </a:solidFill>
              <a:latin typeface="Arial Black" panose="020B0A04020102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2C54767-0781-EE22-0FD0-A29A57AD352D}"/>
              </a:ext>
            </a:extLst>
          </p:cNvPr>
          <p:cNvSpPr/>
          <p:nvPr/>
        </p:nvSpPr>
        <p:spPr>
          <a:xfrm>
            <a:off x="5986731" y="1915064"/>
            <a:ext cx="5446144" cy="450298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400" b="1" dirty="0">
                <a:solidFill>
                  <a:srgbClr val="5C3C5A"/>
                </a:solidFill>
              </a:rPr>
              <a:t>Seasonal: No</a:t>
            </a:r>
            <a:r>
              <a:rPr lang="en-US" sz="2400" dirty="0">
                <a:solidFill>
                  <a:srgbClr val="5C3C5A"/>
                </a:solidFill>
              </a:rPr>
              <a:t> — Average sales volume = 1,825.74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sz="2400" b="1" dirty="0">
              <a:solidFill>
                <a:srgbClr val="5C3C5A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400" b="1" dirty="0">
                <a:solidFill>
                  <a:srgbClr val="5C3C5A"/>
                </a:solidFill>
              </a:rPr>
              <a:t>Seasonal: Yes</a:t>
            </a:r>
            <a:r>
              <a:rPr lang="en-US" sz="2400" i="1" dirty="0">
                <a:solidFill>
                  <a:srgbClr val="5C3C5A"/>
                </a:solidFill>
              </a:rPr>
              <a:t> </a:t>
            </a:r>
            <a:r>
              <a:rPr lang="en-US" sz="2400" dirty="0">
                <a:solidFill>
                  <a:srgbClr val="5C3C5A"/>
                </a:solidFill>
              </a:rPr>
              <a:t>— Average sales volume = 1,821.73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sz="2400" b="1" dirty="0">
              <a:solidFill>
                <a:srgbClr val="5C3C5A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400" b="1" dirty="0">
                <a:solidFill>
                  <a:srgbClr val="5C3C5A"/>
                </a:solidFill>
              </a:rPr>
              <a:t>Observation: </a:t>
            </a:r>
            <a:r>
              <a:rPr lang="en-US" sz="2400" dirty="0">
                <a:solidFill>
                  <a:srgbClr val="5C3C5A"/>
                </a:solidFill>
              </a:rPr>
              <a:t>Products without seasonal classification had a slightly higher average sales volume than seasonal products.</a:t>
            </a:r>
            <a:endParaRPr lang="en-IN" sz="2400" dirty="0">
              <a:solidFill>
                <a:srgbClr val="5C3C5A"/>
              </a:solidFill>
            </a:endParaRPr>
          </a:p>
        </p:txBody>
      </p:sp>
      <p:pic>
        <p:nvPicPr>
          <p:cNvPr id="10" name="Picture 9" descr="The image displays a bar chart comparing average sales volumes across different years, with options to indicate seasonal effects and a 'No' option for a specific period.&#10;&#10;AI-generated content may be incorrect.">
            <a:extLst>
              <a:ext uri="{FF2B5EF4-FFF2-40B4-BE49-F238E27FC236}">
                <a16:creationId xmlns:a16="http://schemas.microsoft.com/office/drawing/2014/main" id="{6BB34867-287F-DD32-2713-64DA0DE4F6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25" y="2651185"/>
            <a:ext cx="4520241" cy="2789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71214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647CF07-9F6F-F453-E4A9-9C2062E81F1C}"/>
              </a:ext>
            </a:extLst>
          </p:cNvPr>
          <p:cNvSpPr/>
          <p:nvPr/>
        </p:nvSpPr>
        <p:spPr>
          <a:xfrm>
            <a:off x="0" y="0"/>
            <a:ext cx="12192000" cy="1305464"/>
          </a:xfrm>
          <a:prstGeom prst="rect">
            <a:avLst/>
          </a:prstGeom>
          <a:solidFill>
            <a:srgbClr val="5C3C5A"/>
          </a:solidFill>
          <a:ln>
            <a:solidFill>
              <a:srgbClr val="5C3C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A432DC2-ED10-099D-0CB0-ECDD06837A13}"/>
              </a:ext>
            </a:extLst>
          </p:cNvPr>
          <p:cNvSpPr/>
          <p:nvPr/>
        </p:nvSpPr>
        <p:spPr>
          <a:xfrm>
            <a:off x="2199736" y="155275"/>
            <a:ext cx="7792528" cy="925902"/>
          </a:xfrm>
          <a:prstGeom prst="rect">
            <a:avLst/>
          </a:prstGeom>
          <a:solidFill>
            <a:srgbClr val="F6CCF6"/>
          </a:solidFill>
          <a:ln>
            <a:solidFill>
              <a:srgbClr val="F6CC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>
                <a:solidFill>
                  <a:srgbClr val="5C3C5A"/>
                </a:solidFill>
                <a:latin typeface="Arial Black" panose="020B0A04020102020204" pitchFamily="34" charset="0"/>
              </a:rPr>
              <a:t>ANALYSIS 4: PROMOTION VS SALES</a:t>
            </a:r>
          </a:p>
        </p:txBody>
      </p:sp>
      <p:pic>
        <p:nvPicPr>
          <p:cNvPr id="9" name="Picture 8" descr="The image displays a bar chart comparing the average sales volume of a product with and without promotions over the years 1815 to 1830, showing a trend where sales increase when promotions are applied.&#10;&#10;AI-generated content may be incorrect.">
            <a:extLst>
              <a:ext uri="{FF2B5EF4-FFF2-40B4-BE49-F238E27FC236}">
                <a16:creationId xmlns:a16="http://schemas.microsoft.com/office/drawing/2014/main" id="{8FE0F963-4FB6-F34C-E2E4-D1EDBFD728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9155" y="2329132"/>
            <a:ext cx="4163683" cy="3105509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FBD72B20-CEC3-F574-35CE-B27F38388A50}"/>
              </a:ext>
            </a:extLst>
          </p:cNvPr>
          <p:cNvSpPr/>
          <p:nvPr/>
        </p:nvSpPr>
        <p:spPr>
          <a:xfrm>
            <a:off x="989162" y="1984076"/>
            <a:ext cx="5359879" cy="433621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400" b="1" dirty="0">
                <a:solidFill>
                  <a:srgbClr val="5C3C5A"/>
                </a:solidFill>
              </a:rPr>
              <a:t>No Promotion: </a:t>
            </a:r>
            <a:r>
              <a:rPr lang="en-US" sz="2400" dirty="0">
                <a:solidFill>
                  <a:srgbClr val="5C3C5A"/>
                </a:solidFill>
              </a:rPr>
              <a:t>Average sales volume = 1,820.55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sz="2400" dirty="0">
              <a:solidFill>
                <a:srgbClr val="5C3C5A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400" b="1" dirty="0">
                <a:solidFill>
                  <a:srgbClr val="5C3C5A"/>
                </a:solidFill>
              </a:rPr>
              <a:t>Promotion: </a:t>
            </a:r>
            <a:r>
              <a:rPr lang="en-US" sz="2400" dirty="0">
                <a:solidFill>
                  <a:srgbClr val="5C3C5A"/>
                </a:solidFill>
              </a:rPr>
              <a:t>Average sales volume = 1,827.18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sz="2400" dirty="0">
              <a:solidFill>
                <a:srgbClr val="5C3C5A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400" b="1" dirty="0">
                <a:solidFill>
                  <a:srgbClr val="5C3C5A"/>
                </a:solidFill>
              </a:rPr>
              <a:t>Observation: </a:t>
            </a:r>
            <a:r>
              <a:rPr lang="en-US" sz="2400" dirty="0">
                <a:solidFill>
                  <a:srgbClr val="5C3C5A"/>
                </a:solidFill>
              </a:rPr>
              <a:t>Products with promotion had a slightly higher average sales volume than products without promotion.</a:t>
            </a:r>
            <a:endParaRPr lang="en-IN" sz="2400" dirty="0">
              <a:solidFill>
                <a:srgbClr val="5C3C5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646073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57803A3-9693-3CDB-4C3B-41EB892B1E78}"/>
              </a:ext>
            </a:extLst>
          </p:cNvPr>
          <p:cNvSpPr/>
          <p:nvPr/>
        </p:nvSpPr>
        <p:spPr>
          <a:xfrm>
            <a:off x="0" y="0"/>
            <a:ext cx="12192000" cy="7303698"/>
          </a:xfrm>
          <a:prstGeom prst="rect">
            <a:avLst/>
          </a:prstGeom>
          <a:solidFill>
            <a:srgbClr val="F6CCF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33877EB-D13D-228F-D39F-0E5909A51570}"/>
              </a:ext>
            </a:extLst>
          </p:cNvPr>
          <p:cNvSpPr/>
          <p:nvPr/>
        </p:nvSpPr>
        <p:spPr>
          <a:xfrm>
            <a:off x="782128" y="764875"/>
            <a:ext cx="10627744" cy="5773947"/>
          </a:xfrm>
          <a:prstGeom prst="rect">
            <a:avLst/>
          </a:prstGeom>
          <a:solidFill>
            <a:schemeClr val="bg1"/>
          </a:solidFill>
          <a:ln>
            <a:solidFill>
              <a:srgbClr val="5C3C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C311511-7FCB-0AFD-116E-B825ED95F091}"/>
              </a:ext>
            </a:extLst>
          </p:cNvPr>
          <p:cNvSpPr/>
          <p:nvPr/>
        </p:nvSpPr>
        <p:spPr>
          <a:xfrm>
            <a:off x="3982528" y="319178"/>
            <a:ext cx="4226944" cy="908649"/>
          </a:xfrm>
          <a:prstGeom prst="rect">
            <a:avLst/>
          </a:prstGeom>
          <a:solidFill>
            <a:srgbClr val="5C3C5A"/>
          </a:solidFill>
          <a:ln>
            <a:solidFill>
              <a:srgbClr val="5C3C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Arial Black" panose="020B0A04020102020204" pitchFamily="34" charset="0"/>
              </a:rPr>
              <a:t>FUTURE ENHANCEMENTS</a:t>
            </a:r>
            <a:endParaRPr lang="en-IN" sz="2800" dirty="0">
              <a:latin typeface="Arial Black" panose="020B0A040201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108452C-B2C1-860F-7779-9AE26B0C3EEB}"/>
              </a:ext>
            </a:extLst>
          </p:cNvPr>
          <p:cNvSpPr/>
          <p:nvPr/>
        </p:nvSpPr>
        <p:spPr>
          <a:xfrm>
            <a:off x="1673525" y="1673524"/>
            <a:ext cx="8844950" cy="43189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800" dirty="0">
                <a:solidFill>
                  <a:srgbClr val="5C3C5A"/>
                </a:solidFill>
              </a:rPr>
              <a:t>Add more product categories for detailed comparison.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sz="2800" dirty="0">
              <a:solidFill>
                <a:srgbClr val="5C3C5A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800" dirty="0">
                <a:solidFill>
                  <a:srgbClr val="5C3C5A"/>
                </a:solidFill>
              </a:rPr>
              <a:t>Include sales trends over time using historical sales data.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sz="2800" dirty="0">
              <a:solidFill>
                <a:srgbClr val="5C3C5A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800" dirty="0">
                <a:solidFill>
                  <a:srgbClr val="5C3C5A"/>
                </a:solidFill>
              </a:rPr>
              <a:t>Add more filters for deeper analysis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sz="2800" dirty="0">
              <a:solidFill>
                <a:srgbClr val="5C3C5A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800" dirty="0">
                <a:solidFill>
                  <a:srgbClr val="5C3C5A"/>
                </a:solidFill>
              </a:rPr>
              <a:t>Connect the dashboard to updated sales data.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sz="2800" dirty="0">
              <a:solidFill>
                <a:srgbClr val="5C3C5A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800" dirty="0">
                <a:solidFill>
                  <a:srgbClr val="5C3C5A"/>
                </a:solidFill>
              </a:rPr>
              <a:t>Apply forecasting when sufficient historical sales data is available.</a:t>
            </a:r>
            <a:endParaRPr lang="en-IN" sz="2800" dirty="0">
              <a:solidFill>
                <a:srgbClr val="5C3C5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48699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C448ACED-1503-E6F1-8428-B27830697A53}"/>
              </a:ext>
            </a:extLst>
          </p:cNvPr>
          <p:cNvSpPr/>
          <p:nvPr/>
        </p:nvSpPr>
        <p:spPr>
          <a:xfrm>
            <a:off x="0" y="6556075"/>
            <a:ext cx="12192000" cy="603849"/>
          </a:xfrm>
          <a:prstGeom prst="ellipse">
            <a:avLst/>
          </a:prstGeom>
          <a:solidFill>
            <a:srgbClr val="F6CCF6"/>
          </a:solidFill>
          <a:ln>
            <a:solidFill>
              <a:srgbClr val="F6CC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7D930967-3318-6230-16DA-915895CF538A}"/>
              </a:ext>
            </a:extLst>
          </p:cNvPr>
          <p:cNvSpPr/>
          <p:nvPr/>
        </p:nvSpPr>
        <p:spPr>
          <a:xfrm>
            <a:off x="-359434" y="-1"/>
            <a:ext cx="718868" cy="7010400"/>
          </a:xfrm>
          <a:prstGeom prst="ellipse">
            <a:avLst/>
          </a:prstGeom>
          <a:solidFill>
            <a:srgbClr val="5C3C5A"/>
          </a:solidFill>
          <a:ln>
            <a:solidFill>
              <a:srgbClr val="5C3C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840934D-7C08-31F7-229A-FCEFE0F0D04D}"/>
              </a:ext>
            </a:extLst>
          </p:cNvPr>
          <p:cNvSpPr/>
          <p:nvPr/>
        </p:nvSpPr>
        <p:spPr>
          <a:xfrm>
            <a:off x="11832566" y="0"/>
            <a:ext cx="718868" cy="7010400"/>
          </a:xfrm>
          <a:prstGeom prst="ellipse">
            <a:avLst/>
          </a:prstGeom>
          <a:solidFill>
            <a:srgbClr val="5C3C5A"/>
          </a:solidFill>
          <a:ln>
            <a:solidFill>
              <a:srgbClr val="5C3C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Frame 7">
            <a:extLst>
              <a:ext uri="{FF2B5EF4-FFF2-40B4-BE49-F238E27FC236}">
                <a16:creationId xmlns:a16="http://schemas.microsoft.com/office/drawing/2014/main" id="{324A3A75-9A39-1963-BF42-44A8F6B2D9DC}"/>
              </a:ext>
            </a:extLst>
          </p:cNvPr>
          <p:cNvSpPr/>
          <p:nvPr/>
        </p:nvSpPr>
        <p:spPr>
          <a:xfrm>
            <a:off x="3289540" y="109269"/>
            <a:ext cx="5612920" cy="1564256"/>
          </a:xfrm>
          <a:prstGeom prst="frame">
            <a:avLst/>
          </a:prstGeom>
          <a:solidFill>
            <a:srgbClr val="F6CCF6"/>
          </a:solidFill>
          <a:ln>
            <a:solidFill>
              <a:srgbClr val="5C3C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rgbClr val="5C3C5A"/>
                </a:solidFill>
                <a:latin typeface="Arial Black" panose="020B0A04020102020204" pitchFamily="34" charset="0"/>
              </a:rPr>
              <a:t>CONCLUSION</a:t>
            </a:r>
            <a:endParaRPr lang="en-IN" sz="3600" dirty="0">
              <a:solidFill>
                <a:srgbClr val="5C3C5A"/>
              </a:solidFill>
              <a:latin typeface="Arial Black" panose="020B0A040201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260BCFF-1D2B-8280-666E-6D7DA3D9B057}"/>
              </a:ext>
            </a:extLst>
          </p:cNvPr>
          <p:cNvSpPr/>
          <p:nvPr/>
        </p:nvSpPr>
        <p:spPr>
          <a:xfrm>
            <a:off x="1236452" y="1978324"/>
            <a:ext cx="9719095" cy="427295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rgbClr val="5C3C5A"/>
                </a:solidFill>
              </a:rPr>
              <a:t>The dashboard provides a clear view of Zara’s sales performance across 252 products.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sz="2000" dirty="0">
              <a:solidFill>
                <a:srgbClr val="5C3C5A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rgbClr val="5C3C5A"/>
                </a:solidFill>
              </a:rPr>
              <a:t>Aisle placement recorded the highest total sales volume.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sz="2000" dirty="0">
              <a:solidFill>
                <a:srgbClr val="5C3C5A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rgbClr val="5C3C5A"/>
                </a:solidFill>
              </a:rPr>
              <a:t>Promotion and seasonal status showed only small differences in average sales volume.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sz="2000" dirty="0">
              <a:solidFill>
                <a:srgbClr val="5C3C5A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rgbClr val="5C3C5A"/>
                </a:solidFill>
              </a:rPr>
              <a:t>The dashboard uses PivotTables, </a:t>
            </a:r>
            <a:r>
              <a:rPr lang="en-US" sz="2000" dirty="0" err="1">
                <a:solidFill>
                  <a:srgbClr val="5C3C5A"/>
                </a:solidFill>
              </a:rPr>
              <a:t>PivotCharts</a:t>
            </a:r>
            <a:r>
              <a:rPr lang="en-US" sz="2000" dirty="0">
                <a:solidFill>
                  <a:srgbClr val="5C3C5A"/>
                </a:solidFill>
              </a:rPr>
              <a:t>, KPI cards, and slicers for interactive analysis.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sz="2000" dirty="0">
              <a:solidFill>
                <a:srgbClr val="5C3C5A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rgbClr val="5C3C5A"/>
                </a:solidFill>
              </a:rPr>
              <a:t>The analysis helps identify sales patterns and supports data-driven decision-making.</a:t>
            </a:r>
            <a:endParaRPr lang="en-IN" sz="2000" dirty="0">
              <a:solidFill>
                <a:srgbClr val="5C3C5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732086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me 1">
            <a:extLst>
              <a:ext uri="{FF2B5EF4-FFF2-40B4-BE49-F238E27FC236}">
                <a16:creationId xmlns:a16="http://schemas.microsoft.com/office/drawing/2014/main" id="{A25A5B5E-98E4-D091-4E46-1E774A94335D}"/>
              </a:ext>
            </a:extLst>
          </p:cNvPr>
          <p:cNvSpPr/>
          <p:nvPr/>
        </p:nvSpPr>
        <p:spPr>
          <a:xfrm>
            <a:off x="402566" y="219973"/>
            <a:ext cx="11386868" cy="6418053"/>
          </a:xfrm>
          <a:prstGeom prst="frame">
            <a:avLst/>
          </a:prstGeom>
          <a:solidFill>
            <a:srgbClr val="5C3C5A"/>
          </a:solidFill>
          <a:ln>
            <a:solidFill>
              <a:srgbClr val="5C3C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3" name="Smiley Face 2">
            <a:extLst>
              <a:ext uri="{FF2B5EF4-FFF2-40B4-BE49-F238E27FC236}">
                <a16:creationId xmlns:a16="http://schemas.microsoft.com/office/drawing/2014/main" id="{A1E3BC41-AB5F-15D5-E232-B3F9DFE1DDAD}"/>
              </a:ext>
            </a:extLst>
          </p:cNvPr>
          <p:cNvSpPr/>
          <p:nvPr/>
        </p:nvSpPr>
        <p:spPr>
          <a:xfrm>
            <a:off x="5296619" y="3772619"/>
            <a:ext cx="1598762" cy="1437736"/>
          </a:xfrm>
          <a:prstGeom prst="smileyFace">
            <a:avLst/>
          </a:prstGeom>
          <a:solidFill>
            <a:srgbClr val="F6CCF6"/>
          </a:solidFill>
          <a:ln>
            <a:solidFill>
              <a:srgbClr val="5C3C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CF3AE15-5158-5BC9-0FEF-3C7AA159AB1B}"/>
              </a:ext>
            </a:extLst>
          </p:cNvPr>
          <p:cNvSpPr/>
          <p:nvPr/>
        </p:nvSpPr>
        <p:spPr>
          <a:xfrm>
            <a:off x="3150079" y="1938069"/>
            <a:ext cx="5891842" cy="21220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600" dirty="0">
                <a:solidFill>
                  <a:srgbClr val="5C3C5A"/>
                </a:solidFill>
                <a:latin typeface="Arial Black" panose="020B0A04020102020204" pitchFamily="34" charset="0"/>
              </a:rPr>
              <a:t>THANK YOU</a:t>
            </a:r>
            <a:endParaRPr lang="en-IN" sz="6600" dirty="0">
              <a:solidFill>
                <a:srgbClr val="5C3C5A"/>
              </a:solidFill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02484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199</TotalTime>
  <Words>656</Words>
  <Application>Microsoft Office PowerPoint</Application>
  <PresentationFormat>Widescreen</PresentationFormat>
  <Paragraphs>127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2" baseType="lpstr">
      <vt:lpstr>Aptos</vt:lpstr>
      <vt:lpstr>Aptos Display</vt:lpstr>
      <vt:lpstr>Arial</vt:lpstr>
      <vt:lpstr>Arial Black</vt:lpstr>
      <vt:lpstr>Book Antiqua</vt:lpstr>
      <vt:lpstr>Bookman Old Style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Khushi Namdev</dc:creator>
  <cp:lastModifiedBy>Khushi Namdev</cp:lastModifiedBy>
  <cp:revision>1</cp:revision>
  <dcterms:created xsi:type="dcterms:W3CDTF">2026-09-15T20:41:56Z</dcterms:created>
  <dcterms:modified xsi:type="dcterms:W3CDTF">2026-09-16T17:26:03Z</dcterms:modified>
</cp:coreProperties>
</file>